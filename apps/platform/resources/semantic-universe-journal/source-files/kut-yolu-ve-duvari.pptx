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custDataLst>
    <p:tags r:id="rId11"/>
  </p:custDataLst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5B6F0E-6902-4F94-8105-CF639F5BCFCF}" type="datetimeFigureOut">
              <a:rPr lang="tr-TR" smtClean="0"/>
              <a:t>13.07.2020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F95520-16E1-41F3-B7F6-1945CB38664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2426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>
                <a:solidFill>
                  <a:srgbClr val="000000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Deneme 2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95520-16E1-41F3-B7F6-1945CB386646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989958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>
                <a:solidFill>
                  <a:srgbClr val="000000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Deneme kaydını balıyoruz.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95520-16E1-41F3-B7F6-1945CB386646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9083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95520-16E1-41F3-B7F6-1945CB386646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65981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95520-16E1-41F3-B7F6-1945CB386646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92694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5171641-B4C2-4F84-802B-A615364AB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FECA25BD-D486-4A6E-AD00-29A29A85A8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79350CF-CD52-489F-B9B4-85416B024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92225-DFDF-47CC-8A29-471302EDFAB0}" type="datetimeFigureOut">
              <a:rPr lang="tr-TR" smtClean="0"/>
              <a:t>13.07.2020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2894AE1-0433-4ED9-AB33-985E13F32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CAD58D5-BD35-453E-89DD-15141271F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D6EC-B1CD-4FE8-8CCD-8CD21F8DAE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33069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6E37494-939A-4148-9F6B-7B1394A97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2AE46AA-3E80-493A-888B-F102CB626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4AB7D1F-8A86-4F43-9ABB-C0D8BE899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92225-DFDF-47CC-8A29-471302EDFAB0}" type="datetimeFigureOut">
              <a:rPr lang="tr-TR" smtClean="0"/>
              <a:t>13.07.2020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EC3910E-FB97-4F67-B950-4964FF72A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CDE5D8D-18ED-4C2A-B53A-6DE43282F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D6EC-B1CD-4FE8-8CCD-8CD21F8DAE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00785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5F9ED60-0427-40F9-B211-32812C0C8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F7DF173-F8A3-4B41-B165-C602D6CEE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E11B1C1-988F-44C5-BAAE-A6D01588B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92225-DFDF-47CC-8A29-471302EDFAB0}" type="datetimeFigureOut">
              <a:rPr lang="tr-TR" smtClean="0"/>
              <a:t>13.07.2020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3A87741-22F9-4F4E-89D3-666F83DB2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FF39E7F-0E22-4791-8740-8AB40F380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D6EC-B1CD-4FE8-8CCD-8CD21F8DAE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1788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AB705BB-96F7-424F-A066-B81DF6F05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B28C67C-805F-47D2-B39F-C51DAF53E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15180D06-85B5-40A0-A33D-1064C2259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E3E5070-89FB-4A20-9C9A-8842CF200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92225-DFDF-47CC-8A29-471302EDFAB0}" type="datetimeFigureOut">
              <a:rPr lang="tr-TR" smtClean="0"/>
              <a:t>13.07.2020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E67FF4B8-464B-47DE-9F70-AA6D0469A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8E5A29E-5DD4-43F3-851C-15F9C5B5F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D6EC-B1CD-4FE8-8CCD-8CD21F8DAE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49483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5CDD292-A5F9-4564-AFE9-F6E39BF83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A8D9576-8445-489C-BB64-C4489D7C8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FE94053-745E-46B4-8728-8C468DDBC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10CC6F71-9906-4822-BAAF-66245AAF01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BD060F9B-2BC6-41FC-A179-C109458226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CDD8928B-0C72-4D9F-93B3-567492EAF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92225-DFDF-47CC-8A29-471302EDFAB0}" type="datetimeFigureOut">
              <a:rPr lang="tr-TR" smtClean="0"/>
              <a:t>13.07.2020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F3EF2D4D-6FAF-45C6-A18D-881C41FB7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58E8E905-DDEA-415C-B2E5-DADDA2FFE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D6EC-B1CD-4FE8-8CCD-8CD21F8DAE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77054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E61E3B5-89DE-4D0B-AAC5-CBA196E70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039A6C71-A57D-4280-AADD-2DA802739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92225-DFDF-47CC-8A29-471302EDFAB0}" type="datetimeFigureOut">
              <a:rPr lang="tr-TR" smtClean="0"/>
              <a:t>13.07.2020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0A1EF2B9-13FF-453D-A409-2B8D7CC63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95747B08-C8F2-4354-A7F7-6065C0840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D6EC-B1CD-4FE8-8CCD-8CD21F8DAE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4399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8CC0EBDF-8904-4853-A2C1-ABE27022C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92225-DFDF-47CC-8A29-471302EDFAB0}" type="datetimeFigureOut">
              <a:rPr lang="tr-TR" smtClean="0"/>
              <a:t>13.07.2020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886CEFFC-6418-4A35-A446-24CC9491D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4D07CFD-06A3-4461-9423-AEB862F9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D6EC-B1CD-4FE8-8CCD-8CD21F8DAE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97449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5980590-3006-47B7-8BE7-9E83141F1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C367266-A8D9-49E1-A75F-6C2712CAD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6E47677C-2D2E-4E62-A0C5-9623190D8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D647E54-CA44-458C-89AB-E4F5638BC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92225-DFDF-47CC-8A29-471302EDFAB0}" type="datetimeFigureOut">
              <a:rPr lang="tr-TR" smtClean="0"/>
              <a:t>13.07.2020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EB741E6-6B6E-497B-B3B1-871A6B4D8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D402B2F-3D4A-4072-B959-6DA7C357E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D6EC-B1CD-4FE8-8CCD-8CD21F8DAE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14679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5DFFBE2-31B9-4752-BD17-DAA2CD60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60F800F0-CE80-40E0-8402-DB726F40A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651068A2-8F2D-469A-9486-C20BAB21F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35377F6E-749B-4A9C-BA32-C4750A6BC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92225-DFDF-47CC-8A29-471302EDFAB0}" type="datetimeFigureOut">
              <a:rPr lang="tr-TR" smtClean="0"/>
              <a:t>13.07.2020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FB517A0-ABD5-41F8-BEA1-66873BCCD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DCF8698-6347-44AA-8274-9FABA067F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D6EC-B1CD-4FE8-8CCD-8CD21F8DAE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55661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0AE5C6B-F956-4709-B988-1BC5A5BC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7635839-C01F-4575-8EE4-66092A961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71C78CE-1668-4930-BF5D-397E682FA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92225-DFDF-47CC-8A29-471302EDFAB0}" type="datetimeFigureOut">
              <a:rPr lang="tr-TR" smtClean="0"/>
              <a:t>13.07.2020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9904E02-24C2-43E3-A605-0F4654847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6A7CB77-B935-4349-8E50-C40A0D48C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D6EC-B1CD-4FE8-8CCD-8CD21F8DAE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30333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00963DF9-3894-43C0-A12A-69A638A3AC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A9FDBF5D-09DB-426B-8BEE-45DD107AB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0681BDC-62B7-4289-BA82-F49850FC2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92225-DFDF-47CC-8A29-471302EDFAB0}" type="datetimeFigureOut">
              <a:rPr lang="tr-TR" smtClean="0"/>
              <a:t>13.07.2020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7023819-35A4-4A0C-BBE6-429E2AB22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019D516-85FF-47A5-802E-C64C0DECE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9D6EC-B1CD-4FE8-8CCD-8CD21F8DAE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0149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39A44C64-389B-4B81-A0FE-8C6621F29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FA407F3-C0FF-48FD-AD12-F952BB554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F80AF7E-DB32-4B3F-BBCC-8A309AA5A3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92225-DFDF-47CC-8A29-471302EDFAB0}" type="datetimeFigureOut">
              <a:rPr lang="tr-TR" smtClean="0"/>
              <a:t>13.07.2020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886C398-99BD-4990-932F-FA740D29C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3655992-5F30-48E9-B6E1-2AE78E4DBC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9D6EC-B1CD-4FE8-8CCD-8CD21F8DAE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09463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A6007BE-F983-4325-AF01-837AEEDAA8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KUT Yolu ve Duvarı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D172C446-EAC4-4019-8F28-601CF380BD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5551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CFB431F6-4B0A-4A42-A9A6-B31DB9F0C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tr-TR" sz="4400" dirty="0">
                <a:solidFill>
                  <a:srgbClr val="FFFFFF"/>
                </a:solidFill>
              </a:rPr>
              <a:t>İş Planı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749E68E-2F83-465C-8173-5530A6E4C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4547" y="308344"/>
            <a:ext cx="6625815" cy="6358270"/>
          </a:xfrm>
        </p:spPr>
        <p:txBody>
          <a:bodyPr anchor="ctr">
            <a:normAutofit/>
          </a:bodyPr>
          <a:lstStyle/>
          <a:p>
            <a:r>
              <a:rPr lang="tr-TR" sz="1500" dirty="0">
                <a:solidFill>
                  <a:srgbClr val="000000"/>
                </a:solidFill>
              </a:rPr>
              <a:t>Eğitim şart</a:t>
            </a:r>
          </a:p>
          <a:p>
            <a:r>
              <a:rPr lang="tr-TR" sz="1500" dirty="0">
                <a:solidFill>
                  <a:srgbClr val="000000"/>
                </a:solidFill>
              </a:rPr>
              <a:t>Web Sitesi kaliteyolu.kizilay.gen.tr</a:t>
            </a:r>
          </a:p>
          <a:p>
            <a:pPr lvl="1"/>
            <a:r>
              <a:rPr lang="tr-TR" sz="1500" dirty="0">
                <a:solidFill>
                  <a:srgbClr val="000000"/>
                </a:solidFill>
              </a:rPr>
              <a:t>Analiz</a:t>
            </a:r>
          </a:p>
          <a:p>
            <a:pPr lvl="2"/>
            <a:r>
              <a:rPr lang="tr-TR" sz="1500" dirty="0">
                <a:solidFill>
                  <a:srgbClr val="000000"/>
                </a:solidFill>
              </a:rPr>
              <a:t>Değişmesi gereken yerler</a:t>
            </a:r>
          </a:p>
          <a:p>
            <a:pPr lvl="2"/>
            <a:r>
              <a:rPr lang="tr-TR" sz="1500" dirty="0">
                <a:solidFill>
                  <a:srgbClr val="000000"/>
                </a:solidFill>
              </a:rPr>
              <a:t>Eklenmesi gerekenler</a:t>
            </a:r>
          </a:p>
          <a:p>
            <a:pPr lvl="3"/>
            <a:r>
              <a:rPr lang="tr-TR" sz="1500" dirty="0">
                <a:solidFill>
                  <a:srgbClr val="000000"/>
                </a:solidFill>
              </a:rPr>
              <a:t>Haberler</a:t>
            </a:r>
          </a:p>
          <a:p>
            <a:pPr lvl="3"/>
            <a:r>
              <a:rPr lang="tr-TR" sz="1500" dirty="0">
                <a:solidFill>
                  <a:srgbClr val="000000"/>
                </a:solidFill>
              </a:rPr>
              <a:t>Duyurular</a:t>
            </a:r>
          </a:p>
          <a:p>
            <a:pPr lvl="3"/>
            <a:r>
              <a:rPr lang="tr-TR" sz="1500" dirty="0">
                <a:solidFill>
                  <a:srgbClr val="000000"/>
                </a:solidFill>
              </a:rPr>
              <a:t>Portfolyo</a:t>
            </a:r>
          </a:p>
          <a:p>
            <a:pPr lvl="3"/>
            <a:r>
              <a:rPr lang="tr-TR" sz="1500" dirty="0">
                <a:solidFill>
                  <a:srgbClr val="000000"/>
                </a:solidFill>
              </a:rPr>
              <a:t>…..</a:t>
            </a:r>
          </a:p>
          <a:p>
            <a:pPr lvl="1"/>
            <a:r>
              <a:rPr lang="tr-TR" sz="1500" dirty="0">
                <a:solidFill>
                  <a:srgbClr val="000000"/>
                </a:solidFill>
              </a:rPr>
              <a:t>Tüm iletişim ve portallerin ortak çalışır hale getirilmesi</a:t>
            </a:r>
          </a:p>
          <a:p>
            <a:r>
              <a:rPr lang="tr-TR" sz="1500" dirty="0">
                <a:solidFill>
                  <a:srgbClr val="000000"/>
                </a:solidFill>
              </a:rPr>
              <a:t>Standartların Çalışılması</a:t>
            </a:r>
          </a:p>
          <a:p>
            <a:pPr lvl="1"/>
            <a:r>
              <a:rPr lang="tr-TR" sz="1500" dirty="0">
                <a:solidFill>
                  <a:srgbClr val="000000"/>
                </a:solidFill>
              </a:rPr>
              <a:t>1. Yönetim Standardı</a:t>
            </a:r>
          </a:p>
          <a:p>
            <a:pPr lvl="1"/>
            <a:r>
              <a:rPr lang="tr-TR" sz="1500" dirty="0">
                <a:solidFill>
                  <a:srgbClr val="000000"/>
                </a:solidFill>
              </a:rPr>
              <a:t>2. Hiyerarşi</a:t>
            </a:r>
          </a:p>
          <a:p>
            <a:pPr lvl="1"/>
            <a:r>
              <a:rPr lang="tr-TR" sz="1500" dirty="0">
                <a:solidFill>
                  <a:srgbClr val="000000"/>
                </a:solidFill>
              </a:rPr>
              <a:t>3. İK</a:t>
            </a:r>
          </a:p>
          <a:p>
            <a:pPr lvl="1"/>
            <a:r>
              <a:rPr lang="tr-TR" sz="1500" dirty="0">
                <a:solidFill>
                  <a:srgbClr val="000000"/>
                </a:solidFill>
              </a:rPr>
              <a:t>4. Ücret</a:t>
            </a:r>
          </a:p>
          <a:p>
            <a:pPr lvl="1"/>
            <a:r>
              <a:rPr lang="tr-TR" sz="1500" dirty="0">
                <a:solidFill>
                  <a:srgbClr val="000000"/>
                </a:solidFill>
              </a:rPr>
              <a:t>5. İlke</a:t>
            </a:r>
          </a:p>
          <a:p>
            <a:pPr lvl="1"/>
            <a:r>
              <a:rPr lang="tr-TR" sz="1500" dirty="0">
                <a:solidFill>
                  <a:srgbClr val="000000"/>
                </a:solidFill>
              </a:rPr>
              <a:t>6. Toplantı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4820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34">
            <a:extLst>
              <a:ext uri="{FF2B5EF4-FFF2-40B4-BE49-F238E27FC236}">
                <a16:creationId xmlns:a16="http://schemas.microsoft.com/office/drawing/2014/main" id="{7CA0DAA6-33B8-4A25-810D-2F4D816FB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97259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33A40E9-CAAC-4AFE-8A11-7884A82C6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07" y="640081"/>
            <a:ext cx="3377183" cy="4984864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Değişimin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Duvarı</a:t>
            </a:r>
            <a:br>
              <a:rPr lang="tr-TR" sz="2400" dirty="0">
                <a:solidFill>
                  <a:schemeClr val="bg1"/>
                </a:solidFill>
              </a:rPr>
            </a:br>
            <a:br>
              <a:rPr lang="tr-TR" sz="2400" dirty="0">
                <a:solidFill>
                  <a:schemeClr val="bg1"/>
                </a:solidFill>
              </a:rPr>
            </a:br>
            <a:br>
              <a:rPr lang="tr-TR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PANO: </a:t>
            </a:r>
            <a:r>
              <a:rPr lang="en-US" sz="2400" dirty="0" err="1">
                <a:solidFill>
                  <a:schemeClr val="bg1"/>
                </a:solidFill>
              </a:rPr>
              <a:t>Duvarın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Mesajı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Görseli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Kuralı</a:t>
            </a:r>
            <a:r>
              <a:rPr lang="en-US" sz="2400" dirty="0">
                <a:solidFill>
                  <a:schemeClr val="bg1"/>
                </a:solidFill>
              </a:rPr>
              <a:t>, Var </a:t>
            </a:r>
            <a:r>
              <a:rPr lang="en-US" sz="2400" dirty="0" err="1">
                <a:solidFill>
                  <a:schemeClr val="bg1"/>
                </a:solidFill>
              </a:rPr>
              <a:t>Edilmesi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GELİŞİM: </a:t>
            </a:r>
            <a:r>
              <a:rPr lang="en-US" sz="2400" dirty="0" err="1">
                <a:solidFill>
                  <a:schemeClr val="bg1"/>
                </a:solidFill>
              </a:rPr>
              <a:t>Duvarın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taşıyıcı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etkisi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duvarın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hareketi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yönü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duvarın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gelişmesi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İRADE: </a:t>
            </a:r>
            <a:r>
              <a:rPr lang="en-US" sz="2400" dirty="0" err="1">
                <a:solidFill>
                  <a:schemeClr val="bg1"/>
                </a:solidFill>
              </a:rPr>
              <a:t>Duvarın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direnci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mukavemeti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1026" name="Picture 2" descr="duvar wall ile ilgili görsel sonucu">
            <a:extLst>
              <a:ext uri="{FF2B5EF4-FFF2-40B4-BE49-F238E27FC236}">
                <a16:creationId xmlns:a16="http://schemas.microsoft.com/office/drawing/2014/main" id="{AB46788A-8562-4A78-8F83-71683DDE1F2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8" r="-1" b="-1"/>
          <a:stretch/>
        </p:blipFill>
        <p:spPr bwMode="auto">
          <a:xfrm>
            <a:off x="4654297" y="10"/>
            <a:ext cx="7537704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9179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05C50A8-A949-43D6-A243-FCDDCD2E2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Değişimin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Duvarı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B297AFC-713E-4CE2-BDDF-E6921F12A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PANO: Duvarın Mesajı, Görseli, Kuralı, Var Edilmesi</a:t>
            </a:r>
          </a:p>
          <a:p>
            <a:r>
              <a:rPr lang="tr-TR" dirty="0"/>
              <a:t>GELİŞİM: Duvarın taşıyıcı etkisi, duvarın hareketi, yönü, duvarın gelişmesi</a:t>
            </a:r>
          </a:p>
          <a:p>
            <a:r>
              <a:rPr lang="tr-TR" dirty="0"/>
              <a:t>İRADE: Duvarın direnci, mukavemeti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0251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0AFA92D-DF77-4D93-8705-7C80E1AB7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Süreç Basamakları Standardı</a:t>
            </a:r>
            <a:br>
              <a:rPr lang="tr-TR" dirty="0"/>
            </a:br>
            <a:r>
              <a:rPr lang="tr-TR" dirty="0"/>
              <a:t>İK Atama Görevlendirme, performans, kariyer ve devam standartları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52EA3DA-13B2-4EBE-B3D0-A9974008D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994554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44FB5844-0160-4ACC-AA04-D389A6EBE029}"/>
  <p:tag name="ISPRING_RESOURCE_FOLDER" val="D:\Projeler\Semanger\SAAS Kaliteyolu\KUT Yolu ve Duvarı\"/>
  <p:tag name="ISPRING_PRESENTATION_PATH" val="D:\Projeler\Semanger\SAAS Kaliteyolu\KUT Yolu ve Duvarı.pptx"/>
  <p:tag name="ISPRING_PROJECT_VERSION" val="9.3"/>
  <p:tag name="ISPRING_PROJECT_FOLDER_UPDATED" val="1"/>
  <p:tag name="ISPRING_SCREEN_RECS_UPDATED" val="D:\Projeler\Semanger\SAAS Kaliteyolu\KUT Yolu ve Duvarı\"/>
  <p:tag name="ISPRING_PRESENTATION_INFO_2" val="&lt;?xml version=&quot;1.0&quot; encoding=&quot;UTF-8&quot; standalone=&quot;no&quot; ?&gt;&#10;&lt;presentation2&gt;&#10;&#10;  &lt;slides&gt;&#10;    &lt;slide id=&quot;{50372096-0859-4EC0-9966-52FACFE5191A}&quot; pptId=&quot;256&quot;/&gt;&#10;    &lt;slide id=&quot;{E3448405-E91B-4786-B709-2AE7AFE62FAD}&quot; pptId=&quot;257&quot;/&gt;&#10;    &lt;slide id=&quot;{7A03421D-9A78-4941-9847-4D5379243872}&quot; pptId=&quot;258&quot;/&gt;&#10;    &lt;slide id=&quot;{62F92DC2-C2CB-49F8-882C-F41FE72215AC}&quot; pptId=&quot;259&quot;/&gt;&#10;  &lt;/slides&gt;&#10;&#10;  &lt;narration&gt;&#10;    &lt;audioTracks/&gt;&#10;    &lt;videoTracks&gt;&#10;      &lt;videoTrack muted=&quot;false&quot; name=&quot;Video 1&quot; resource=&quot;867bdbdd&quot; slideId=&quot;{50372096-0859-4EC0-9966-52FACFE5191A}&quot; startTime=&quot;0&quot; stepIndex=&quot;0&quot; volume=&quot;1&quot;&gt;&#10;        &lt;video format=&quot;yuv420p&quot; frameRate=&quot;30&quot; height=&quot;1080&quot; pixelAspectRatio=&quot;1&quot; width=&quot;1920&quot;/&gt;&#10;        &lt;audio channels=&quot;1&quot; format=&quot;s16&quot; sampleRate=&quot;44100&quot;/&gt;&#10;      &lt;/videoTrack&gt;&#10;      &lt;videoTrack muted=&quot;false&quot; name=&quot;Video 4&quot; resource=&quot;053bb659&quot; slideId=&quot;{E3448405-E91B-4786-B709-2AE7AFE62FAD}&quot; startTime=&quot;0&quot; stepIndex=&quot;0&quot; volume=&quot;1&quot;&gt;&#10;        &lt;video format=&quot;yuv420p&quot; frameRate=&quot;30&quot; height=&quot;1080&quot; pixelAspectRatio=&quot;1&quot; width=&quot;1920&quot;/&gt;&#10;        &lt;audio channels=&quot;1&quot; format=&quot;s16&quot; sampleRate=&quot;44100&quot;/&gt;&#10;      &lt;/videoTrack&gt;&#10;      &lt;videoTrack muted=&quot;false&quot; name=&quot;Video 5&quot; resource=&quot;779d4c61&quot; slideId=&quot;{7A03421D-9A78-4941-9847-4D5379243872}&quot; startTime=&quot;0&quot; stepIndex=&quot;0&quot; volume=&quot;1&quot;&gt;&#10;        &lt;video format=&quot;yuv420p&quot; frameRate=&quot;30&quot; height=&quot;1080&quot; pixelAspectRatio=&quot;1&quot; width=&quot;1920&quot;/&gt;&#10;        &lt;audio channels=&quot;1&quot; format=&quot;s16&quot; sampleRate=&quot;44100&quot;/&gt;&#10;      &lt;/videoTrack&gt;&#10;      &lt;videoTrack muted=&quot;false&quot; name=&quot;Video 6&quot; resource=&quot;365e0989&quot; slideId=&quot;{62F92DC2-C2CB-49F8-882C-F41FE72215AC}&quot; startTime=&quot;0&quot; stepIndex=&quot;0&quot; volume=&quot;1&quot;&gt;&#10;        &lt;video format=&quot;yuv420p&quot; frameRate=&quot;30&quot; height=&quot;1080&quot; pixelAspectRatio=&quot;1&quot; width=&quot;1920&quot;/&gt;&#10;        &lt;audio channels=&quot;1&quot; format=&quot;s16&quot; sampleRate=&quot;44100&quot;/&gt;&#10;      &lt;/videoTrack&gt;&#10;    &lt;/videoTracks&gt;&#10;  &lt;/narration&gt;&#10;&#10;&lt;/presentation2&gt;&#10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21.479"/>
  <p:tag name="ISPRING_CUSTOM_TIMING_USED" val="1"/>
  <p:tag name="ISPRING_SLIDE_HAS_SCREEN_REC" val="1"/>
  <p:tag name="ISPRING_SLIDE_ID_2" val="{50372096-0859-4EC0-9966-52FACFE5191A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CUSTOM_TIMING_USED" val="1"/>
  <p:tag name="GENSWF_ADVANCE_TIME" val="16.190"/>
  <p:tag name="ISPRING_SLIDE_ID_2" val="{E3448405-E91B-4786-B709-2AE7AFE62FAD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CUSTOM_TIMING_USED" val="1"/>
  <p:tag name="ISPRING_SLIDE_HAS_SCREEN_REC" val="1"/>
  <p:tag name="ISPRING_SLIDE_ID_2" val="{7A03421D-9A78-4941-9847-4D5379243872}"/>
  <p:tag name="GENSWF_ADVANCE_TIME" val="7.14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CUSTOM_TIMING_USED" val="1"/>
  <p:tag name="ISPRING_SLIDE_ID_2" val="{62F92DC2-C2CB-49F8-882C-F41FE72215AC}"/>
  <p:tag name="GENSWF_ADVANCE_TIME" val="6.796"/>
</p:tagLst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26CA144BC24B0A418259F613FB3A64A5" ma:contentTypeVersion="2" ma:contentTypeDescription="Yeni belge oluşturun." ma:contentTypeScope="" ma:versionID="ccd573435f67dadb20ea04f7cd8ec379">
  <xsd:schema xmlns:xsd="http://www.w3.org/2001/XMLSchema" xmlns:xs="http://www.w3.org/2001/XMLSchema" xmlns:p="http://schemas.microsoft.com/office/2006/metadata/properties" xmlns:ns3="8ff4f567-cd15-469d-b894-14650f6285d3" targetNamespace="http://schemas.microsoft.com/office/2006/metadata/properties" ma:root="true" ma:fieldsID="eeaf306305f8a2af305c7872c2f006f6" ns3:_="">
    <xsd:import namespace="8ff4f567-cd15-469d-b894-14650f6285d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f4f567-cd15-469d-b894-14650f6285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7F71097-98FF-4BC1-AF95-8E735DCC8F5A}">
  <ds:schemaRefs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metadata/properties"/>
    <ds:schemaRef ds:uri="8ff4f567-cd15-469d-b894-14650f6285d3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14A323BE-476D-4F17-BAA3-319861B79F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7D26B6-ADE3-434B-86DF-91B423BB36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f4f567-cd15-469d-b894-14650f6285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150</Words>
  <Application>Microsoft Office PowerPoint</Application>
  <PresentationFormat>Geniş ekran</PresentationFormat>
  <Paragraphs>31</Paragraphs>
  <Slides>5</Slides>
  <Notes>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Teması</vt:lpstr>
      <vt:lpstr>KUT Yolu ve Duvarı</vt:lpstr>
      <vt:lpstr>İş Planı</vt:lpstr>
      <vt:lpstr>Değişimin Duvarı    PANO: Duvarın Mesajı, Görseli, Kuralı, Var Edilmesi GELİŞİM: Duvarın taşıyıcı etkisi, duvarın hareketi, yönü, duvarın gelişmesi İRADE: Duvarın direnci, mukavemeti</vt:lpstr>
      <vt:lpstr>Değişimin Duvarı</vt:lpstr>
      <vt:lpstr>Süreç Basamakları Standardı İK Atama Görevlendirme, performans, kariyer ve devam standartları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KUT Yolu ve Duvarı</dc:title>
  <dc:creator>Alper Cihan</dc:creator>
  <cp:lastModifiedBy>Alper Cihan</cp:lastModifiedBy>
  <cp:revision>1</cp:revision>
  <dcterms:created xsi:type="dcterms:W3CDTF">2020-07-13T10:55:54Z</dcterms:created>
  <dcterms:modified xsi:type="dcterms:W3CDTF">2020-07-13T10:59:07Z</dcterms:modified>
</cp:coreProperties>
</file>