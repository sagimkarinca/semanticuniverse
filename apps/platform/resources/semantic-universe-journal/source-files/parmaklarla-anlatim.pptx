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1344" r:id="rId6"/>
    <p:sldId id="1345" r:id="rId7"/>
    <p:sldId id="1343" r:id="rId8"/>
    <p:sldId id="1339" r:id="rId9"/>
    <p:sldId id="1342" r:id="rId1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B5E4941-8859-3EE2-6424-7C6B171D1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A3E4617D-F663-FC25-98CE-CE721CCCF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DE5808E-686E-934F-A981-784163AFB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FB77-B633-4D60-9C8D-85D4380708BD}" type="datetimeFigureOut">
              <a:rPr lang="tr-TR" smtClean="0"/>
              <a:t>27 Ara 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CCCDC14-4B56-DEEC-0501-D5584F23E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C15E822-6C71-7DA9-8A1B-63A80F190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AE541-05FB-498D-A63B-17B2810E11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71295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887C261-11BD-53FD-5249-BC0049FE7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8EBC235-0A1A-C94F-54BF-5B89667F7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ABAFBA0-2A2D-F0A9-1FFD-3FBF55998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FB77-B633-4D60-9C8D-85D4380708BD}" type="datetimeFigureOut">
              <a:rPr lang="tr-TR" smtClean="0"/>
              <a:t>27 Ara 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1D48824-413E-198C-CA3D-945B3DA3A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9CBADE2-7766-CBCE-29D6-2835C738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AE541-05FB-498D-A63B-17B2810E11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9100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D5E514E-1C4E-BF45-9F3B-7D26B6D5D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2C98928-486E-601E-DB6F-59EB1CD96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47AD9CA-3DC7-37B2-ECF0-7135B3188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FB77-B633-4D60-9C8D-85D4380708BD}" type="datetimeFigureOut">
              <a:rPr lang="tr-TR" smtClean="0"/>
              <a:t>27 Ara 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7DDA7EB-2B93-34A9-A20B-762334248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5DE4A80-D169-CE79-D20C-2A6B2C7D8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AE541-05FB-498D-A63B-17B2810E11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72517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43D91B-008F-FE7E-6964-947839453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A8AB239-35A9-1385-4585-545C3954B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657C399-EFF1-D6F8-D8D7-429C54942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6B22282-40D0-05BD-AA71-A48A7A2DF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FB77-B633-4D60-9C8D-85D4380708BD}" type="datetimeFigureOut">
              <a:rPr lang="tr-TR" smtClean="0"/>
              <a:t>27 Ara 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FAAC9FB-25CD-70E9-5F7E-EAF8B503A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4C0A8F5-E5F0-B4FB-7720-EED91EDD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AE541-05FB-498D-A63B-17B2810E11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9423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E762D75-A9F1-AD9E-B9E0-ED781F41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B1BB159-763E-0A94-0360-5DC21B011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60D4604-8F65-9708-5523-816B825C0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D06AF3C8-FEBD-BCD3-5554-AD57E4F63F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534E0228-4001-2A86-DB3A-B10F92FB1F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560DCC24-9660-7EC6-757A-FB2DB2427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FB77-B633-4D60-9C8D-85D4380708BD}" type="datetimeFigureOut">
              <a:rPr lang="tr-TR" smtClean="0"/>
              <a:t>27 Ara 2023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9364D4B3-6205-C2C4-0214-BEA34F92D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3BAD6D8A-2AF4-BAFC-85F6-D6622C6D5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AE541-05FB-498D-A63B-17B2810E11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83097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14E16F4-5CE0-D04F-6DC0-062AC5FCA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ECC913ED-2F90-C6F8-82B5-0AC64F837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FB77-B633-4D60-9C8D-85D4380708BD}" type="datetimeFigureOut">
              <a:rPr lang="tr-TR" smtClean="0"/>
              <a:t>27 Ara 2023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AD49D95-6812-0167-4597-518FE8ED4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5C60B94-D207-EE08-6596-532EBB79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AE541-05FB-498D-A63B-17B2810E11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6347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13A5E971-9E1E-551B-DFF5-B5B3FBFCB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FB77-B633-4D60-9C8D-85D4380708BD}" type="datetimeFigureOut">
              <a:rPr lang="tr-TR" smtClean="0"/>
              <a:t>27 Ara 2023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F557A6AB-E734-BAAE-8451-FD6D6DBDE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AC1BCBD-2DF5-7BE1-9F47-FDAFE0A3F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AE541-05FB-498D-A63B-17B2810E11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11194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48CD4DF-17E8-F4E5-C431-1133032E4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85D3C6D-A0FC-B8F3-C6D6-56BD2E145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741A0E9F-96FF-98E8-091E-C37CE234B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3C17EAF-FCE8-E24C-9BCB-440868153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FB77-B633-4D60-9C8D-85D4380708BD}" type="datetimeFigureOut">
              <a:rPr lang="tr-TR" smtClean="0"/>
              <a:t>27 Ara 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85E868F-DB18-0B41-2B58-901441B97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C733D76-CDF0-9574-DF39-4B8AB1B2F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AE541-05FB-498D-A63B-17B2810E11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0321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5028F79-BE1C-A9F5-C503-C679F463C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9FF2BF23-6A2F-64DE-A188-2F7073D604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A8633EA-4B31-850E-F82D-B3821A50B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68EB3C2-A146-1199-4588-84A1BCC9C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FB77-B633-4D60-9C8D-85D4380708BD}" type="datetimeFigureOut">
              <a:rPr lang="tr-TR" smtClean="0"/>
              <a:t>27 Ara 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6033DC3-EC6B-1475-1926-D31A88C03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F5227CD-BCBC-368A-A258-6FFA18A79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AE541-05FB-498D-A63B-17B2810E11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38027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19062D4-A276-DF59-C82B-FBFE000DF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A326A15B-7003-0EA6-ECE8-FC276CB56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2CC660C-7F1A-9D05-8B95-26285ADD6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FB77-B633-4D60-9C8D-85D4380708BD}" type="datetimeFigureOut">
              <a:rPr lang="tr-TR" smtClean="0"/>
              <a:t>27 Ara 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F6DC0C6-7DC5-E92B-693A-798F2D72A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17C1174-AB69-9129-C64F-7EAD4E8A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AE541-05FB-498D-A63B-17B2810E11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91577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1531725D-5D63-36D3-D0D1-DB0B7701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6A68DFC4-8B2A-8371-A140-6822DD55A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0550C32-D4EA-0C39-496C-9D31F0A2B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FB77-B633-4D60-9C8D-85D4380708BD}" type="datetimeFigureOut">
              <a:rPr lang="tr-TR" smtClean="0"/>
              <a:t>27 Ara 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FC9D7FD-E277-FCF3-14F2-0BC052491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7B33448-820D-82DB-AD54-786A59FE2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AE541-05FB-498D-A63B-17B2810E11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7158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EAFAC4F6-8D4C-4308-0DF6-F5B863156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FEBC68B-F842-7817-A9A2-0035E727E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5CF0950-4A33-7D28-3FF1-7679515921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1FB77-B633-4D60-9C8D-85D4380708BD}" type="datetimeFigureOut">
              <a:rPr lang="tr-TR" smtClean="0"/>
              <a:t>27 Ara 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7E83D2F-34C2-89EE-D5FB-B097D2D57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7001F42-D544-D1F7-6247-D6F452458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8AE541-05FB-498D-A63B-17B2810E11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731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24FF610-52D0-8717-C452-295F7A9911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tr-TR" sz="4800">
                <a:solidFill>
                  <a:srgbClr val="FFFFFF"/>
                </a:solidFill>
              </a:rPr>
              <a:t>Parmaklarla Anlatım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A4018DC-EA4E-9253-2AC7-911929989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681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59646DB9-1D4D-4302-9C8F-D37C68396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Yönetimin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5 Ana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Fonksiyonu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2" name="Resim 21">
            <a:extLst>
              <a:ext uri="{FF2B5EF4-FFF2-40B4-BE49-F238E27FC236}">
                <a16:creationId xmlns:a16="http://schemas.microsoft.com/office/drawing/2014/main" id="{B6D2A98C-D264-1497-F9E7-5BD7C092A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635" y="1966293"/>
            <a:ext cx="8772729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657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59646DB9-1D4D-4302-9C8F-D37C68396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Bir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İşte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Otorite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Olabilme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Basamakları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389B02FB-3D88-1FA3-FEB7-108F331E8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730" y="1966293"/>
            <a:ext cx="9574538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356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59646DB9-1D4D-4302-9C8F-D37C68396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Değişimci</a:t>
            </a:r>
            <a:r>
              <a:rPr lang="en-US" sz="4000" b="1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4000" b="1" kern="12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Yetenek</a:t>
            </a:r>
            <a:r>
              <a:rPr lang="en-US" sz="4000" b="1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4000" b="1" kern="12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Kategorileri</a:t>
            </a:r>
            <a:endParaRPr lang="en-US" sz="4000" b="1" kern="12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3B83BA01-B0CA-0495-B052-19082EC30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363" y="1966293"/>
            <a:ext cx="9227273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840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Resim 12">
            <a:extLst>
              <a:ext uri="{FF2B5EF4-FFF2-40B4-BE49-F238E27FC236}">
                <a16:creationId xmlns:a16="http://schemas.microsoft.com/office/drawing/2014/main" id="{73BD71EF-C075-4ADB-B522-472D9BB731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36035"/>
          <a:stretch/>
        </p:blipFill>
        <p:spPr>
          <a:xfrm rot="5400000">
            <a:off x="1607256" y="1968652"/>
            <a:ext cx="2351038" cy="44929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Metin kutusu 13">
            <a:extLst>
              <a:ext uri="{FF2B5EF4-FFF2-40B4-BE49-F238E27FC236}">
                <a16:creationId xmlns:a16="http://schemas.microsoft.com/office/drawing/2014/main" id="{9BFBE212-3F1D-4670-A87B-7F2B5F843673}"/>
              </a:ext>
            </a:extLst>
          </p:cNvPr>
          <p:cNvSpPr txBox="1"/>
          <p:nvPr/>
        </p:nvSpPr>
        <p:spPr>
          <a:xfrm>
            <a:off x="3268468" y="3192698"/>
            <a:ext cx="6284669" cy="52322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r-TR" sz="2800" dirty="0"/>
              <a:t>İnsan Olmak - Organizasyonel Sorumluluk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DF8AE7D6-EC34-4862-A986-D797412A3D87}"/>
              </a:ext>
            </a:extLst>
          </p:cNvPr>
          <p:cNvSpPr txBox="1"/>
          <p:nvPr/>
        </p:nvSpPr>
        <p:spPr>
          <a:xfrm>
            <a:off x="4822585" y="4119777"/>
            <a:ext cx="6947095" cy="52322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r-TR" sz="2800" dirty="0"/>
              <a:t>Doğru Yanlış Ayrımı - Operasyonel Sorumluluk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3AEF9BCC-09C6-4FCC-9D9A-3E5F61310707}"/>
              </a:ext>
            </a:extLst>
          </p:cNvPr>
          <p:cNvSpPr txBox="1"/>
          <p:nvPr/>
        </p:nvSpPr>
        <p:spPr>
          <a:xfrm>
            <a:off x="4942658" y="4867440"/>
            <a:ext cx="4880952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r-TR" sz="2800" dirty="0"/>
              <a:t>İşi Başarmak - Operasyon Görevi</a:t>
            </a:r>
          </a:p>
        </p:txBody>
      </p:sp>
      <p:sp>
        <p:nvSpPr>
          <p:cNvPr id="17" name="Başlık 2">
            <a:extLst>
              <a:ext uri="{FF2B5EF4-FFF2-40B4-BE49-F238E27FC236}">
                <a16:creationId xmlns:a16="http://schemas.microsoft.com/office/drawing/2014/main" id="{DC92C15F-BE33-4A1B-8789-150649671AAE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1859107"/>
          </a:xfrm>
          <a:prstGeom prst="rect">
            <a:avLst/>
          </a:prstGeom>
          <a:solidFill>
            <a:srgbClr val="0070C0"/>
          </a:solidFill>
        </p:spPr>
        <p:txBody>
          <a:bodyPr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r-TR" sz="4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İnsanı Maymundan Ayıran Temel Özellik </a:t>
            </a:r>
          </a:p>
          <a:p>
            <a:pPr algn="ctr"/>
            <a:r>
              <a:rPr lang="tr-TR" sz="4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Fonksiyonel Baş   Parmak</a:t>
            </a:r>
          </a:p>
        </p:txBody>
      </p:sp>
    </p:spTree>
    <p:extLst>
      <p:ext uri="{BB962C8B-B14F-4D97-AF65-F5344CB8AC3E}">
        <p14:creationId xmlns:p14="http://schemas.microsoft.com/office/powerpoint/2010/main" val="352531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59646DB9-1D4D-4302-9C8F-D37C68396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487399"/>
          </a:xfrm>
          <a:solidFill>
            <a:srgbClr val="0070C0"/>
          </a:solidFill>
        </p:spPr>
        <p:txBody>
          <a:bodyPr>
            <a:normAutofit/>
          </a:bodyPr>
          <a:lstStyle/>
          <a:p>
            <a:pPr algn="ctr"/>
            <a:r>
              <a:rPr lang="tr-TR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Sağlık Yönetiminin Altın Süreçleri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E3A2F9D9-9CA7-4FEF-8803-A8B957F8D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474060" y="1712167"/>
            <a:ext cx="3675506" cy="4492978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CA5B7EF4-9A02-4CCC-AF58-6606CAA42344}"/>
              </a:ext>
            </a:extLst>
          </p:cNvPr>
          <p:cNvSpPr txBox="1"/>
          <p:nvPr/>
        </p:nvSpPr>
        <p:spPr>
          <a:xfrm>
            <a:off x="3769127" y="2188031"/>
            <a:ext cx="4837735" cy="523220"/>
          </a:xfrm>
          <a:prstGeom prst="rect">
            <a:avLst/>
          </a:prstGeom>
          <a:solidFill>
            <a:srgbClr val="C00000"/>
          </a:solidFill>
          <a:ln>
            <a:solidFill>
              <a:srgbClr val="002060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r-TR" sz="2800" dirty="0"/>
              <a:t>BAŞ  PARMAK – Strateji  Konseyi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2E5DB75D-2065-4A4F-890B-5DC26FB5B2D0}"/>
              </a:ext>
            </a:extLst>
          </p:cNvPr>
          <p:cNvSpPr txBox="1"/>
          <p:nvPr/>
        </p:nvSpPr>
        <p:spPr>
          <a:xfrm>
            <a:off x="5310213" y="3141539"/>
            <a:ext cx="2609240" cy="584775"/>
          </a:xfrm>
          <a:prstGeom prst="rect">
            <a:avLst/>
          </a:prstGeom>
          <a:solidFill>
            <a:srgbClr val="FF00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r-TR" sz="1600" dirty="0"/>
              <a:t>İşaret Parmağı</a:t>
            </a:r>
          </a:p>
          <a:p>
            <a:r>
              <a:rPr lang="tr-TR" sz="1600" dirty="0"/>
              <a:t>Yolu Belirler – Yönetim Süreci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82FF5BB2-FBD5-4489-9DB0-6E27B06EF13A}"/>
              </a:ext>
            </a:extLst>
          </p:cNvPr>
          <p:cNvSpPr txBox="1"/>
          <p:nvPr/>
        </p:nvSpPr>
        <p:spPr>
          <a:xfrm>
            <a:off x="5438395" y="3781587"/>
            <a:ext cx="5537413" cy="830997"/>
          </a:xfrm>
          <a:prstGeom prst="rect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r-TR" sz="2400" dirty="0"/>
              <a:t>Orta Parmak</a:t>
            </a:r>
          </a:p>
          <a:p>
            <a:r>
              <a:rPr lang="tr-TR" sz="2400" dirty="0"/>
              <a:t>Varlık Sebebi – Sağlık Hizmeti Verme Süreci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9801D853-6E19-427E-B4EF-2850C4DC24FB}"/>
              </a:ext>
            </a:extLst>
          </p:cNvPr>
          <p:cNvSpPr txBox="1"/>
          <p:nvPr/>
        </p:nvSpPr>
        <p:spPr>
          <a:xfrm>
            <a:off x="5310213" y="4674954"/>
            <a:ext cx="3899657" cy="5847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r-TR" sz="1600" dirty="0"/>
              <a:t>Yüzük Parmak</a:t>
            </a:r>
          </a:p>
          <a:p>
            <a:r>
              <a:rPr lang="tr-TR" sz="1600" dirty="0"/>
              <a:t>Eşlik Eder – İmkan ve Kaynak Sağlama Süreci 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F2927F64-E1D7-435A-BBAD-899E98B8C270}"/>
              </a:ext>
            </a:extLst>
          </p:cNvPr>
          <p:cNvSpPr txBox="1"/>
          <p:nvPr/>
        </p:nvSpPr>
        <p:spPr>
          <a:xfrm>
            <a:off x="4451860" y="5357651"/>
            <a:ext cx="4009431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r-TR" sz="1600" dirty="0"/>
              <a:t>Serçe Parmak</a:t>
            </a:r>
          </a:p>
          <a:p>
            <a:r>
              <a:rPr lang="tr-TR" sz="1600" dirty="0"/>
              <a:t>Daha İyisini Arar – Ölçme ve Geliştirme Süreci </a:t>
            </a:r>
          </a:p>
        </p:txBody>
      </p:sp>
    </p:spTree>
    <p:extLst>
      <p:ext uri="{BB962C8B-B14F-4D97-AF65-F5344CB8AC3E}">
        <p14:creationId xmlns:p14="http://schemas.microsoft.com/office/powerpoint/2010/main" val="3706480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26CA144BC24B0A418259F613FB3A64A5" ma:contentTypeVersion="5" ma:contentTypeDescription="Yeni belge oluşturun." ma:contentTypeScope="" ma:versionID="d2c7f2267a6f788dab2896dc3c47d445">
  <xsd:schema xmlns:xsd="http://www.w3.org/2001/XMLSchema" xmlns:xs="http://www.w3.org/2001/XMLSchema" xmlns:p="http://schemas.microsoft.com/office/2006/metadata/properties" xmlns:ns3="8ff4f567-cd15-469d-b894-14650f6285d3" targetNamespace="http://schemas.microsoft.com/office/2006/metadata/properties" ma:root="true" ma:fieldsID="cf83d18370f986ef1ddaaa082eede825" ns3:_="">
    <xsd:import namespace="8ff4f567-cd15-469d-b894-14650f6285d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f4f567-cd15-469d-b894-14650f6285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56C4EA6-CAFC-4A78-8B20-314EF01C55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f4f567-cd15-469d-b894-14650f6285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66860A8-4A39-4AB8-B9FB-AD068FCC96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FCBAB8-3496-4191-BC87-BE8FD42E6588}">
  <ds:schemaRefs>
    <ds:schemaRef ds:uri="http://purl.org/dc/dcmitype/"/>
    <ds:schemaRef ds:uri="http://purl.org/dc/elements/1.1/"/>
    <ds:schemaRef ds:uri="8ff4f567-cd15-469d-b894-14650f6285d3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83</Words>
  <Application>Microsoft Office PowerPoint</Application>
  <PresentationFormat>Geniş ekran</PresentationFormat>
  <Paragraphs>19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Teması</vt:lpstr>
      <vt:lpstr>Parmaklarla Anlatım</vt:lpstr>
      <vt:lpstr>Yönetimin 5 Ana Fonksiyonu</vt:lpstr>
      <vt:lpstr>Bir İşte Otorite Olabilme  Basamakları</vt:lpstr>
      <vt:lpstr>Değişimci Yetenek Kategorileri</vt:lpstr>
      <vt:lpstr>PowerPoint Sunusu</vt:lpstr>
      <vt:lpstr>Sağlık Yönetiminin Altın Süreçleri</vt:lpstr>
    </vt:vector>
  </TitlesOfParts>
  <Company>Istanbul Universitesi - Cerrahpasa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Parmaklarla Anlatım</dc:title>
  <dc:creator>Alper Cihan</dc:creator>
  <cp:lastModifiedBy>Alper Cihan</cp:lastModifiedBy>
  <cp:revision>3</cp:revision>
  <dcterms:created xsi:type="dcterms:W3CDTF">2023-12-27T17:29:21Z</dcterms:created>
  <dcterms:modified xsi:type="dcterms:W3CDTF">2023-12-27T18:01:28Z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0x01010026CA144BC24B0A418259F613FB3A64A5</vt:lpwstr>
  </property>
</Properties>
</file>