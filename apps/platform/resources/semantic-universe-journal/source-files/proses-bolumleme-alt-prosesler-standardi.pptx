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1.xml" ContentType="application/vnd.openxmlformats-officedocument.themeOverr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85" r:id="rId3"/>
    <p:sldId id="386" r:id="rId4"/>
    <p:sldId id="264" r:id="rId5"/>
    <p:sldId id="272" r:id="rId6"/>
    <p:sldId id="273" r:id="rId7"/>
    <p:sldId id="257" r:id="rId8"/>
    <p:sldId id="267" r:id="rId9"/>
    <p:sldId id="258" r:id="rId10"/>
    <p:sldId id="259" r:id="rId11"/>
    <p:sldId id="260" r:id="rId12"/>
    <p:sldId id="261" r:id="rId13"/>
    <p:sldId id="262" r:id="rId14"/>
    <p:sldId id="263" r:id="rId15"/>
    <p:sldId id="268" r:id="rId16"/>
    <p:sldId id="271" r:id="rId17"/>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107" d="100"/>
          <a:sy n="107" d="100"/>
        </p:scale>
        <p:origin x="672" y="10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4.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4.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333FA1-B185-4664-8A0D-6C7106AE8A7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663247E-AC41-41C6-8AA6-D519C50E4E45}">
      <dgm:prSet/>
      <dgm:spPr/>
      <dgm:t>
        <a:bodyPr/>
        <a:lstStyle/>
        <a:p>
          <a:pPr>
            <a:lnSpc>
              <a:spcPct val="100000"/>
            </a:lnSpc>
          </a:pPr>
          <a:r>
            <a:rPr lang="tr-TR" dirty="0"/>
            <a:t>1. Her sürecin </a:t>
          </a:r>
          <a:r>
            <a:rPr lang="tr-TR" b="1" dirty="0">
              <a:effectLst>
                <a:outerShdw blurRad="38100" dist="38100" dir="2700000" algn="tl">
                  <a:srgbClr val="000000">
                    <a:alpha val="43137"/>
                  </a:srgbClr>
                </a:outerShdw>
              </a:effectLst>
            </a:rPr>
            <a:t>üstleri ve astları ile bütünlük halinde</a:t>
          </a:r>
          <a:r>
            <a:rPr lang="tr-TR" dirty="0"/>
            <a:t> olması sağlanmalıdır.</a:t>
          </a:r>
          <a:endParaRPr lang="en-US" dirty="0"/>
        </a:p>
      </dgm:t>
    </dgm:pt>
    <dgm:pt modelId="{6EBC9269-6A54-444C-BE0B-CD72551E6561}" type="parTrans" cxnId="{ADBFEC64-6EF0-4F7C-A692-52EDD1F29D17}">
      <dgm:prSet/>
      <dgm:spPr/>
      <dgm:t>
        <a:bodyPr/>
        <a:lstStyle/>
        <a:p>
          <a:endParaRPr lang="en-US"/>
        </a:p>
      </dgm:t>
    </dgm:pt>
    <dgm:pt modelId="{F2BD4E06-E404-450D-B422-1D84E841A870}" type="sibTrans" cxnId="{ADBFEC64-6EF0-4F7C-A692-52EDD1F29D17}">
      <dgm:prSet/>
      <dgm:spPr/>
      <dgm:t>
        <a:bodyPr/>
        <a:lstStyle/>
        <a:p>
          <a:endParaRPr lang="en-US"/>
        </a:p>
      </dgm:t>
    </dgm:pt>
    <dgm:pt modelId="{DCB7EF16-625E-491A-8F71-52BEB37A3B9E}">
      <dgm:prSet custT="1"/>
      <dgm:spPr/>
      <dgm:t>
        <a:bodyPr/>
        <a:lstStyle/>
        <a:p>
          <a:pPr>
            <a:lnSpc>
              <a:spcPct val="100000"/>
            </a:lnSpc>
          </a:pPr>
          <a:r>
            <a:rPr lang="tr-TR" sz="2000" dirty="0"/>
            <a:t>2. Her sürecin isminin </a:t>
          </a:r>
          <a:r>
            <a:rPr lang="tr-TR" sz="2000" b="1" dirty="0">
              <a:effectLst>
                <a:outerShdw blurRad="38100" dist="38100" dir="2700000" algn="tl">
                  <a:srgbClr val="000000">
                    <a:alpha val="43137"/>
                  </a:srgbClr>
                </a:outerShdw>
              </a:effectLst>
            </a:rPr>
            <a:t>başlatıcı, kaynaklar ve ürünü hissettirmesi</a:t>
          </a:r>
          <a:r>
            <a:rPr lang="tr-TR" sz="2000" dirty="0"/>
            <a:t>, </a:t>
          </a:r>
          <a:r>
            <a:rPr lang="tr-TR" sz="2800" b="1" dirty="0">
              <a:solidFill>
                <a:srgbClr val="FF0000"/>
              </a:solidFill>
              <a:effectLst>
                <a:outerShdw blurRad="38100" dist="38100" dir="2700000" algn="tl">
                  <a:srgbClr val="000000">
                    <a:alpha val="43137"/>
                  </a:srgbClr>
                </a:outerShdw>
              </a:effectLst>
            </a:rPr>
            <a:t>dönüşüm eylemini ise açıkça </a:t>
          </a:r>
          <a:r>
            <a:rPr lang="tr-TR" sz="2000" b="1" dirty="0">
              <a:effectLst>
                <a:outerShdw blurRad="38100" dist="38100" dir="2700000" algn="tl">
                  <a:srgbClr val="000000">
                    <a:alpha val="43137"/>
                  </a:srgbClr>
                </a:outerShdw>
              </a:effectLst>
            </a:rPr>
            <a:t>söylemesi</a:t>
          </a:r>
          <a:r>
            <a:rPr lang="tr-TR" sz="2000" dirty="0"/>
            <a:t> sağlanmalıdır.</a:t>
          </a:r>
          <a:endParaRPr lang="en-US" sz="2000" dirty="0"/>
        </a:p>
      </dgm:t>
    </dgm:pt>
    <dgm:pt modelId="{9119FCE5-BCCA-47A0-9753-87C57AB3705D}" type="parTrans" cxnId="{5013E4BC-B67B-4BFD-AB71-07DEDB4C056A}">
      <dgm:prSet/>
      <dgm:spPr/>
      <dgm:t>
        <a:bodyPr/>
        <a:lstStyle/>
        <a:p>
          <a:endParaRPr lang="en-US"/>
        </a:p>
      </dgm:t>
    </dgm:pt>
    <dgm:pt modelId="{9B94822F-4EC2-45AA-AA0F-7F14189FBBAD}" type="sibTrans" cxnId="{5013E4BC-B67B-4BFD-AB71-07DEDB4C056A}">
      <dgm:prSet/>
      <dgm:spPr/>
      <dgm:t>
        <a:bodyPr/>
        <a:lstStyle/>
        <a:p>
          <a:endParaRPr lang="en-US"/>
        </a:p>
      </dgm:t>
    </dgm:pt>
    <dgm:pt modelId="{3B499EAD-2820-499E-903B-FA1B80E708E3}">
      <dgm:prSet/>
      <dgm:spPr/>
      <dgm:t>
        <a:bodyPr/>
        <a:lstStyle/>
        <a:p>
          <a:pPr>
            <a:lnSpc>
              <a:spcPct val="100000"/>
            </a:lnSpc>
          </a:pPr>
          <a:r>
            <a:rPr lang="tr-TR" dirty="0"/>
            <a:t>3. Her sürecin sorumluluklarının </a:t>
          </a:r>
          <a:r>
            <a:rPr lang="tr-TR" b="1" dirty="0">
              <a:effectLst>
                <a:outerShdw blurRad="38100" dist="38100" dir="2700000" algn="tl">
                  <a:srgbClr val="000000">
                    <a:alpha val="43137"/>
                  </a:srgbClr>
                </a:outerShdw>
              </a:effectLst>
            </a:rPr>
            <a:t>masa </a:t>
          </a:r>
          <a:r>
            <a:rPr lang="tr-TR" b="1" dirty="0" err="1">
              <a:effectLst>
                <a:outerShdw blurRad="38100" dist="38100" dir="2700000" algn="tl">
                  <a:srgbClr val="000000">
                    <a:alpha val="43137"/>
                  </a:srgbClr>
                </a:outerShdw>
              </a:effectLst>
            </a:rPr>
            <a:t>kırılımına</a:t>
          </a:r>
          <a:r>
            <a:rPr lang="tr-TR" b="1" dirty="0">
              <a:effectLst>
                <a:outerShdw blurRad="38100" dist="38100" dir="2700000" algn="tl">
                  <a:srgbClr val="000000">
                    <a:alpha val="43137"/>
                  </a:srgbClr>
                </a:outerShdw>
              </a:effectLst>
            </a:rPr>
            <a:t> kadar alt </a:t>
          </a:r>
          <a:r>
            <a:rPr lang="tr-TR" dirty="0"/>
            <a:t>sorumluluklara bölünerek derinleşmesi sağlanmalıdır.</a:t>
          </a:r>
          <a:endParaRPr lang="en-US" dirty="0"/>
        </a:p>
      </dgm:t>
    </dgm:pt>
    <dgm:pt modelId="{732A6DB9-5381-4A4F-BC6A-E2FAFE33B48A}" type="parTrans" cxnId="{5E3E0413-D949-454F-94BA-6B0E878E699F}">
      <dgm:prSet/>
      <dgm:spPr/>
      <dgm:t>
        <a:bodyPr/>
        <a:lstStyle/>
        <a:p>
          <a:endParaRPr lang="en-US"/>
        </a:p>
      </dgm:t>
    </dgm:pt>
    <dgm:pt modelId="{CB54D0B8-5136-4F21-8419-76CD644ADC7D}" type="sibTrans" cxnId="{5E3E0413-D949-454F-94BA-6B0E878E699F}">
      <dgm:prSet/>
      <dgm:spPr/>
      <dgm:t>
        <a:bodyPr/>
        <a:lstStyle/>
        <a:p>
          <a:endParaRPr lang="en-US"/>
        </a:p>
      </dgm:t>
    </dgm:pt>
    <dgm:pt modelId="{A11FF17E-E202-4507-AE01-98729DD5AC85}" type="pres">
      <dgm:prSet presAssocID="{DC333FA1-B185-4664-8A0D-6C7106AE8A74}" presName="root" presStyleCnt="0">
        <dgm:presLayoutVars>
          <dgm:dir/>
          <dgm:resizeHandles val="exact"/>
        </dgm:presLayoutVars>
      </dgm:prSet>
      <dgm:spPr/>
    </dgm:pt>
    <dgm:pt modelId="{707A380E-7CA0-4673-8632-702A76D41BDE}" type="pres">
      <dgm:prSet presAssocID="{A663247E-AC41-41C6-8AA6-D519C50E4E45}" presName="compNode" presStyleCnt="0"/>
      <dgm:spPr/>
    </dgm:pt>
    <dgm:pt modelId="{C12613D4-7C9C-4461-8354-2A50AF6752A0}" type="pres">
      <dgm:prSet presAssocID="{A663247E-AC41-41C6-8AA6-D519C50E4E45}" presName="bgRect" presStyleLbl="bgShp" presStyleIdx="0" presStyleCnt="3"/>
      <dgm:spPr/>
    </dgm:pt>
    <dgm:pt modelId="{CC04641A-9FCC-4B60-AD09-A1FD006074B9}" type="pres">
      <dgm:prSet presAssocID="{A663247E-AC41-41C6-8AA6-D519C50E4E4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ngerprint"/>
        </a:ext>
      </dgm:extLst>
    </dgm:pt>
    <dgm:pt modelId="{90710AEF-ECA3-44C2-A898-407083580944}" type="pres">
      <dgm:prSet presAssocID="{A663247E-AC41-41C6-8AA6-D519C50E4E45}" presName="spaceRect" presStyleCnt="0"/>
      <dgm:spPr/>
    </dgm:pt>
    <dgm:pt modelId="{C4FB8A86-7C9D-4CA2-80E4-CE4886F6E6A2}" type="pres">
      <dgm:prSet presAssocID="{A663247E-AC41-41C6-8AA6-D519C50E4E45}" presName="parTx" presStyleLbl="revTx" presStyleIdx="0" presStyleCnt="3" custLinFactNeighborX="779" custLinFactNeighborY="-542">
        <dgm:presLayoutVars>
          <dgm:chMax val="0"/>
          <dgm:chPref val="0"/>
        </dgm:presLayoutVars>
      </dgm:prSet>
      <dgm:spPr/>
    </dgm:pt>
    <dgm:pt modelId="{DAE8F7A3-0AE8-4533-9ADB-E392D0DE2815}" type="pres">
      <dgm:prSet presAssocID="{F2BD4E06-E404-450D-B422-1D84E841A870}" presName="sibTrans" presStyleCnt="0"/>
      <dgm:spPr/>
    </dgm:pt>
    <dgm:pt modelId="{7EF1EC7B-BAAD-48A7-AAF8-2CB63510ADBF}" type="pres">
      <dgm:prSet presAssocID="{DCB7EF16-625E-491A-8F71-52BEB37A3B9E}" presName="compNode" presStyleCnt="0"/>
      <dgm:spPr/>
    </dgm:pt>
    <dgm:pt modelId="{11586272-F2AE-4103-B92E-B5927E40CECA}" type="pres">
      <dgm:prSet presAssocID="{DCB7EF16-625E-491A-8F71-52BEB37A3B9E}" presName="bgRect" presStyleLbl="bgShp" presStyleIdx="1" presStyleCnt="3" custLinFactNeighborX="18333" custLinFactNeighborY="2161"/>
      <dgm:spPr/>
    </dgm:pt>
    <dgm:pt modelId="{77846A64-1927-4501-8237-66D7D5514532}" type="pres">
      <dgm:prSet presAssocID="{DCB7EF16-625E-491A-8F71-52BEB37A3B9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xternal XAML"/>
        </a:ext>
      </dgm:extLst>
    </dgm:pt>
    <dgm:pt modelId="{4BA2DAE5-2B97-4E91-AA0A-E0048826CBE4}" type="pres">
      <dgm:prSet presAssocID="{DCB7EF16-625E-491A-8F71-52BEB37A3B9E}" presName="spaceRect" presStyleCnt="0"/>
      <dgm:spPr/>
    </dgm:pt>
    <dgm:pt modelId="{0A95F3AD-7073-490D-8648-192B1DE35245}" type="pres">
      <dgm:prSet presAssocID="{DCB7EF16-625E-491A-8F71-52BEB37A3B9E}" presName="parTx" presStyleLbl="revTx" presStyleIdx="1" presStyleCnt="3">
        <dgm:presLayoutVars>
          <dgm:chMax val="0"/>
          <dgm:chPref val="0"/>
        </dgm:presLayoutVars>
      </dgm:prSet>
      <dgm:spPr/>
    </dgm:pt>
    <dgm:pt modelId="{FC308A88-9351-4A46-B2C0-162AFCA712F4}" type="pres">
      <dgm:prSet presAssocID="{9B94822F-4EC2-45AA-AA0F-7F14189FBBAD}" presName="sibTrans" presStyleCnt="0"/>
      <dgm:spPr/>
    </dgm:pt>
    <dgm:pt modelId="{383979F1-1562-4F10-AB55-42669BC6D5CA}" type="pres">
      <dgm:prSet presAssocID="{3B499EAD-2820-499E-903B-FA1B80E708E3}" presName="compNode" presStyleCnt="0"/>
      <dgm:spPr/>
    </dgm:pt>
    <dgm:pt modelId="{BF498CBD-E581-4A6C-AABF-B7335F8C3DC6}" type="pres">
      <dgm:prSet presAssocID="{3B499EAD-2820-499E-903B-FA1B80E708E3}" presName="bgRect" presStyleLbl="bgShp" presStyleIdx="2" presStyleCnt="3" custLinFactNeighborX="937" custLinFactNeighborY="9"/>
      <dgm:spPr/>
    </dgm:pt>
    <dgm:pt modelId="{3D2B03C3-0811-4417-B37F-14075C654696}" type="pres">
      <dgm:prSet presAssocID="{3B499EAD-2820-499E-903B-FA1B80E708E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rt"/>
        </a:ext>
      </dgm:extLst>
    </dgm:pt>
    <dgm:pt modelId="{5017C70A-810F-48E9-A633-A4E22A729061}" type="pres">
      <dgm:prSet presAssocID="{3B499EAD-2820-499E-903B-FA1B80E708E3}" presName="spaceRect" presStyleCnt="0"/>
      <dgm:spPr/>
    </dgm:pt>
    <dgm:pt modelId="{7941C6C4-7BC5-4BBB-83F2-07053F2B6332}" type="pres">
      <dgm:prSet presAssocID="{3B499EAD-2820-499E-903B-FA1B80E708E3}" presName="parTx" presStyleLbl="revTx" presStyleIdx="2" presStyleCnt="3">
        <dgm:presLayoutVars>
          <dgm:chMax val="0"/>
          <dgm:chPref val="0"/>
        </dgm:presLayoutVars>
      </dgm:prSet>
      <dgm:spPr/>
    </dgm:pt>
  </dgm:ptLst>
  <dgm:cxnLst>
    <dgm:cxn modelId="{5E3E0413-D949-454F-94BA-6B0E878E699F}" srcId="{DC333FA1-B185-4664-8A0D-6C7106AE8A74}" destId="{3B499EAD-2820-499E-903B-FA1B80E708E3}" srcOrd="2" destOrd="0" parTransId="{732A6DB9-5381-4A4F-BC6A-E2FAFE33B48A}" sibTransId="{CB54D0B8-5136-4F21-8419-76CD644ADC7D}"/>
    <dgm:cxn modelId="{ADDDB414-A86B-485A-80C8-9D1808F091FF}" type="presOf" srcId="{DC333FA1-B185-4664-8A0D-6C7106AE8A74}" destId="{A11FF17E-E202-4507-AE01-98729DD5AC85}" srcOrd="0" destOrd="0" presId="urn:microsoft.com/office/officeart/2018/2/layout/IconVerticalSolidList"/>
    <dgm:cxn modelId="{ADBFEC64-6EF0-4F7C-A692-52EDD1F29D17}" srcId="{DC333FA1-B185-4664-8A0D-6C7106AE8A74}" destId="{A663247E-AC41-41C6-8AA6-D519C50E4E45}" srcOrd="0" destOrd="0" parTransId="{6EBC9269-6A54-444C-BE0B-CD72551E6561}" sibTransId="{F2BD4E06-E404-450D-B422-1D84E841A870}"/>
    <dgm:cxn modelId="{C2FDB74E-4B22-41D4-B014-16F0E3EDD78B}" type="presOf" srcId="{A663247E-AC41-41C6-8AA6-D519C50E4E45}" destId="{C4FB8A86-7C9D-4CA2-80E4-CE4886F6E6A2}" srcOrd="0" destOrd="0" presId="urn:microsoft.com/office/officeart/2018/2/layout/IconVerticalSolidList"/>
    <dgm:cxn modelId="{8CF43F72-8D7A-425B-85C9-6700C7AAA376}" type="presOf" srcId="{3B499EAD-2820-499E-903B-FA1B80E708E3}" destId="{7941C6C4-7BC5-4BBB-83F2-07053F2B6332}" srcOrd="0" destOrd="0" presId="urn:microsoft.com/office/officeart/2018/2/layout/IconVerticalSolidList"/>
    <dgm:cxn modelId="{115A96B3-6D31-4999-B3D1-1B3F395BC865}" type="presOf" srcId="{DCB7EF16-625E-491A-8F71-52BEB37A3B9E}" destId="{0A95F3AD-7073-490D-8648-192B1DE35245}" srcOrd="0" destOrd="0" presId="urn:microsoft.com/office/officeart/2018/2/layout/IconVerticalSolidList"/>
    <dgm:cxn modelId="{5013E4BC-B67B-4BFD-AB71-07DEDB4C056A}" srcId="{DC333FA1-B185-4664-8A0D-6C7106AE8A74}" destId="{DCB7EF16-625E-491A-8F71-52BEB37A3B9E}" srcOrd="1" destOrd="0" parTransId="{9119FCE5-BCCA-47A0-9753-87C57AB3705D}" sibTransId="{9B94822F-4EC2-45AA-AA0F-7F14189FBBAD}"/>
    <dgm:cxn modelId="{312A76B3-C099-4D95-9A97-A735B7D89D76}" type="presParOf" srcId="{A11FF17E-E202-4507-AE01-98729DD5AC85}" destId="{707A380E-7CA0-4673-8632-702A76D41BDE}" srcOrd="0" destOrd="0" presId="urn:microsoft.com/office/officeart/2018/2/layout/IconVerticalSolidList"/>
    <dgm:cxn modelId="{68BF5EDD-3EB6-4570-9911-B92893813CDB}" type="presParOf" srcId="{707A380E-7CA0-4673-8632-702A76D41BDE}" destId="{C12613D4-7C9C-4461-8354-2A50AF6752A0}" srcOrd="0" destOrd="0" presId="urn:microsoft.com/office/officeart/2018/2/layout/IconVerticalSolidList"/>
    <dgm:cxn modelId="{C7742D3C-38F9-49FB-9486-D054E646D856}" type="presParOf" srcId="{707A380E-7CA0-4673-8632-702A76D41BDE}" destId="{CC04641A-9FCC-4B60-AD09-A1FD006074B9}" srcOrd="1" destOrd="0" presId="urn:microsoft.com/office/officeart/2018/2/layout/IconVerticalSolidList"/>
    <dgm:cxn modelId="{D75B0999-9EB7-4799-A963-431949B78AD1}" type="presParOf" srcId="{707A380E-7CA0-4673-8632-702A76D41BDE}" destId="{90710AEF-ECA3-44C2-A898-407083580944}" srcOrd="2" destOrd="0" presId="urn:microsoft.com/office/officeart/2018/2/layout/IconVerticalSolidList"/>
    <dgm:cxn modelId="{7BBBAA86-F3FB-4E31-A94C-578265A496CE}" type="presParOf" srcId="{707A380E-7CA0-4673-8632-702A76D41BDE}" destId="{C4FB8A86-7C9D-4CA2-80E4-CE4886F6E6A2}" srcOrd="3" destOrd="0" presId="urn:microsoft.com/office/officeart/2018/2/layout/IconVerticalSolidList"/>
    <dgm:cxn modelId="{51DABE4C-846C-4B9E-9353-64E09E7CEC16}" type="presParOf" srcId="{A11FF17E-E202-4507-AE01-98729DD5AC85}" destId="{DAE8F7A3-0AE8-4533-9ADB-E392D0DE2815}" srcOrd="1" destOrd="0" presId="urn:microsoft.com/office/officeart/2018/2/layout/IconVerticalSolidList"/>
    <dgm:cxn modelId="{25AACF23-BB13-40EE-B2C8-D6CE63318D32}" type="presParOf" srcId="{A11FF17E-E202-4507-AE01-98729DD5AC85}" destId="{7EF1EC7B-BAAD-48A7-AAF8-2CB63510ADBF}" srcOrd="2" destOrd="0" presId="urn:microsoft.com/office/officeart/2018/2/layout/IconVerticalSolidList"/>
    <dgm:cxn modelId="{A86304C8-6795-4A81-BA6C-683C638E1558}" type="presParOf" srcId="{7EF1EC7B-BAAD-48A7-AAF8-2CB63510ADBF}" destId="{11586272-F2AE-4103-B92E-B5927E40CECA}" srcOrd="0" destOrd="0" presId="urn:microsoft.com/office/officeart/2018/2/layout/IconVerticalSolidList"/>
    <dgm:cxn modelId="{B0C0095A-115F-45B7-8EE0-BCBCDF0B0EE0}" type="presParOf" srcId="{7EF1EC7B-BAAD-48A7-AAF8-2CB63510ADBF}" destId="{77846A64-1927-4501-8237-66D7D5514532}" srcOrd="1" destOrd="0" presId="urn:microsoft.com/office/officeart/2018/2/layout/IconVerticalSolidList"/>
    <dgm:cxn modelId="{0F119099-BC9D-4132-A171-D3DBB651930F}" type="presParOf" srcId="{7EF1EC7B-BAAD-48A7-AAF8-2CB63510ADBF}" destId="{4BA2DAE5-2B97-4E91-AA0A-E0048826CBE4}" srcOrd="2" destOrd="0" presId="urn:microsoft.com/office/officeart/2018/2/layout/IconVerticalSolidList"/>
    <dgm:cxn modelId="{F8EA4CDE-6A42-4D56-8055-97B2C78DBEC1}" type="presParOf" srcId="{7EF1EC7B-BAAD-48A7-AAF8-2CB63510ADBF}" destId="{0A95F3AD-7073-490D-8648-192B1DE35245}" srcOrd="3" destOrd="0" presId="urn:microsoft.com/office/officeart/2018/2/layout/IconVerticalSolidList"/>
    <dgm:cxn modelId="{D43DC693-86AF-41A8-BF50-DE7625EB5F06}" type="presParOf" srcId="{A11FF17E-E202-4507-AE01-98729DD5AC85}" destId="{FC308A88-9351-4A46-B2C0-162AFCA712F4}" srcOrd="3" destOrd="0" presId="urn:microsoft.com/office/officeart/2018/2/layout/IconVerticalSolidList"/>
    <dgm:cxn modelId="{AF95F424-BA6F-4DD1-AEC5-62422856E57B}" type="presParOf" srcId="{A11FF17E-E202-4507-AE01-98729DD5AC85}" destId="{383979F1-1562-4F10-AB55-42669BC6D5CA}" srcOrd="4" destOrd="0" presId="urn:microsoft.com/office/officeart/2018/2/layout/IconVerticalSolidList"/>
    <dgm:cxn modelId="{60D06F3F-DA11-4FDD-BA27-E7ABDF03B624}" type="presParOf" srcId="{383979F1-1562-4F10-AB55-42669BC6D5CA}" destId="{BF498CBD-E581-4A6C-AABF-B7335F8C3DC6}" srcOrd="0" destOrd="0" presId="urn:microsoft.com/office/officeart/2018/2/layout/IconVerticalSolidList"/>
    <dgm:cxn modelId="{B8B99A9D-EEB0-43C4-B781-5724DFEA729A}" type="presParOf" srcId="{383979F1-1562-4F10-AB55-42669BC6D5CA}" destId="{3D2B03C3-0811-4417-B37F-14075C654696}" srcOrd="1" destOrd="0" presId="urn:microsoft.com/office/officeart/2018/2/layout/IconVerticalSolidList"/>
    <dgm:cxn modelId="{B3B109CB-DF47-47AC-96BF-24466761DF0B}" type="presParOf" srcId="{383979F1-1562-4F10-AB55-42669BC6D5CA}" destId="{5017C70A-810F-48E9-A633-A4E22A729061}" srcOrd="2" destOrd="0" presId="urn:microsoft.com/office/officeart/2018/2/layout/IconVerticalSolidList"/>
    <dgm:cxn modelId="{1567E471-44D3-4845-9C20-5085CDE97778}" type="presParOf" srcId="{383979F1-1562-4F10-AB55-42669BC6D5CA}" destId="{7941C6C4-7BC5-4BBB-83F2-07053F2B633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333FA1-B185-4664-8A0D-6C7106AE8A7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663247E-AC41-41C6-8AA6-D519C50E4E45}">
      <dgm:prSet/>
      <dgm:spPr/>
      <dgm:t>
        <a:bodyPr/>
        <a:lstStyle/>
        <a:p>
          <a:r>
            <a:rPr lang="tr-TR" dirty="0"/>
            <a:t>4. Alt sorumluluk bölümlemesinde (kümelemesinde) bölünen süreçlerin aşağıdakilerden </a:t>
          </a:r>
          <a:r>
            <a:rPr lang="tr-TR" b="1" dirty="0">
              <a:effectLst>
                <a:outerShdw blurRad="38100" dist="38100" dir="2700000" algn="tl">
                  <a:srgbClr val="000000">
                    <a:alpha val="43137"/>
                  </a:srgbClr>
                </a:outerShdw>
              </a:effectLst>
            </a:rPr>
            <a:t>sadece birine uyması </a:t>
          </a:r>
          <a:r>
            <a:rPr lang="tr-TR" dirty="0"/>
            <a:t>sağlanmalıdır</a:t>
          </a:r>
          <a:r>
            <a:rPr lang="en-US" dirty="0"/>
            <a:t>.</a:t>
          </a:r>
        </a:p>
      </dgm:t>
    </dgm:pt>
    <dgm:pt modelId="{6EBC9269-6A54-444C-BE0B-CD72551E6561}" type="parTrans" cxnId="{ADBFEC64-6EF0-4F7C-A692-52EDD1F29D17}">
      <dgm:prSet/>
      <dgm:spPr/>
      <dgm:t>
        <a:bodyPr/>
        <a:lstStyle/>
        <a:p>
          <a:endParaRPr lang="en-US"/>
        </a:p>
      </dgm:t>
    </dgm:pt>
    <dgm:pt modelId="{F2BD4E06-E404-450D-B422-1D84E841A870}" type="sibTrans" cxnId="{ADBFEC64-6EF0-4F7C-A692-52EDD1F29D17}">
      <dgm:prSet/>
      <dgm:spPr/>
      <dgm:t>
        <a:bodyPr/>
        <a:lstStyle/>
        <a:p>
          <a:endParaRPr lang="en-US"/>
        </a:p>
      </dgm:t>
    </dgm:pt>
    <dgm:pt modelId="{DCB7EF16-625E-491A-8F71-52BEB37A3B9E}">
      <dgm:prSet/>
      <dgm:spPr/>
      <dgm:t>
        <a:bodyPr/>
        <a:lstStyle/>
        <a:p>
          <a:r>
            <a:rPr lang="en-US" dirty="0"/>
            <a:t>a. </a:t>
          </a:r>
          <a:r>
            <a:rPr lang="en-US" dirty="0" err="1"/>
            <a:t>Prosesin</a:t>
          </a:r>
          <a:r>
            <a:rPr lang="en-US" dirty="0"/>
            <a:t> </a:t>
          </a:r>
          <a:r>
            <a:rPr lang="en-US" dirty="0" err="1"/>
            <a:t>Akışları</a:t>
          </a:r>
          <a:r>
            <a:rPr lang="tr-TR" dirty="0"/>
            <a:t>, </a:t>
          </a:r>
          <a:r>
            <a:rPr lang="en-US" dirty="0"/>
            <a:t>b. </a:t>
          </a:r>
          <a:r>
            <a:rPr lang="en-US" dirty="0" err="1"/>
            <a:t>Prosesin</a:t>
          </a:r>
          <a:r>
            <a:rPr lang="en-US" dirty="0"/>
            <a:t> </a:t>
          </a:r>
          <a:r>
            <a:rPr lang="en-US" dirty="0" err="1"/>
            <a:t>Parçaları</a:t>
          </a:r>
          <a:endParaRPr lang="en-US" dirty="0"/>
        </a:p>
        <a:p>
          <a:r>
            <a:rPr lang="en-US" dirty="0"/>
            <a:t>c. </a:t>
          </a:r>
          <a:r>
            <a:rPr lang="en-US" dirty="0" err="1"/>
            <a:t>Prosesin</a:t>
          </a:r>
          <a:r>
            <a:rPr lang="en-US" dirty="0"/>
            <a:t> </a:t>
          </a:r>
          <a:r>
            <a:rPr lang="en-US" dirty="0" err="1"/>
            <a:t>Kaynakları</a:t>
          </a:r>
          <a:r>
            <a:rPr lang="tr-TR" dirty="0"/>
            <a:t>, </a:t>
          </a:r>
          <a:r>
            <a:rPr lang="en-US" dirty="0"/>
            <a:t>d. </a:t>
          </a:r>
          <a:r>
            <a:rPr lang="en-US" dirty="0" err="1"/>
            <a:t>Prosesin</a:t>
          </a:r>
          <a:r>
            <a:rPr lang="en-US" dirty="0"/>
            <a:t> </a:t>
          </a:r>
          <a:r>
            <a:rPr lang="en-US" dirty="0" err="1"/>
            <a:t>Değerleri</a:t>
          </a:r>
          <a:endParaRPr lang="en-US" dirty="0"/>
        </a:p>
        <a:p>
          <a:r>
            <a:rPr lang="en-US" dirty="0"/>
            <a:t>e. </a:t>
          </a:r>
          <a:r>
            <a:rPr lang="en-US" dirty="0" err="1"/>
            <a:t>Prosesin</a:t>
          </a:r>
          <a:r>
            <a:rPr lang="en-US" dirty="0"/>
            <a:t> </a:t>
          </a:r>
          <a:r>
            <a:rPr lang="en-US" dirty="0" err="1"/>
            <a:t>Hedefleri</a:t>
          </a:r>
          <a:r>
            <a:rPr lang="tr-TR" dirty="0"/>
            <a:t>, </a:t>
          </a:r>
          <a:r>
            <a:rPr lang="en-US" dirty="0"/>
            <a:t>f. </a:t>
          </a:r>
          <a:r>
            <a:rPr lang="en-US" dirty="0" err="1"/>
            <a:t>Prosesin</a:t>
          </a:r>
          <a:r>
            <a:rPr lang="en-US" dirty="0"/>
            <a:t> </a:t>
          </a:r>
          <a:r>
            <a:rPr lang="en-US" dirty="0" err="1"/>
            <a:t>Ürünleri</a:t>
          </a:r>
          <a:endParaRPr lang="en-US" dirty="0"/>
        </a:p>
      </dgm:t>
    </dgm:pt>
    <dgm:pt modelId="{9119FCE5-BCCA-47A0-9753-87C57AB3705D}" type="parTrans" cxnId="{5013E4BC-B67B-4BFD-AB71-07DEDB4C056A}">
      <dgm:prSet/>
      <dgm:spPr/>
      <dgm:t>
        <a:bodyPr/>
        <a:lstStyle/>
        <a:p>
          <a:endParaRPr lang="en-US"/>
        </a:p>
      </dgm:t>
    </dgm:pt>
    <dgm:pt modelId="{9B94822F-4EC2-45AA-AA0F-7F14189FBBAD}" type="sibTrans" cxnId="{5013E4BC-B67B-4BFD-AB71-07DEDB4C056A}">
      <dgm:prSet/>
      <dgm:spPr/>
      <dgm:t>
        <a:bodyPr/>
        <a:lstStyle/>
        <a:p>
          <a:endParaRPr lang="en-US"/>
        </a:p>
      </dgm:t>
    </dgm:pt>
    <dgm:pt modelId="{3B499EAD-2820-499E-903B-FA1B80E708E3}">
      <dgm:prSet/>
      <dgm:spPr/>
      <dgm:t>
        <a:bodyPr/>
        <a:lstStyle/>
        <a:p>
          <a:r>
            <a:rPr lang="tr-TR" dirty="0"/>
            <a:t>4.1</a:t>
          </a:r>
          <a:r>
            <a:rPr lang="en-US" dirty="0"/>
            <a:t>. </a:t>
          </a:r>
          <a:r>
            <a:rPr lang="en-US" dirty="0" err="1"/>
            <a:t>Tüm</a:t>
          </a:r>
          <a:r>
            <a:rPr lang="en-US" dirty="0"/>
            <a:t> </a:t>
          </a:r>
          <a:r>
            <a:rPr lang="tr-TR" dirty="0"/>
            <a:t>akış </a:t>
          </a:r>
          <a:r>
            <a:rPr lang="en-US" dirty="0" err="1"/>
            <a:t>prosesler</a:t>
          </a:r>
          <a:r>
            <a:rPr lang="tr-TR" dirty="0"/>
            <a:t>in</a:t>
          </a:r>
          <a:r>
            <a:rPr lang="en-US" dirty="0"/>
            <a:t>de </a:t>
          </a:r>
          <a:r>
            <a:rPr lang="tr-TR" dirty="0"/>
            <a:t>(Döngü Tanımlamaları) </a:t>
          </a:r>
          <a:r>
            <a:rPr lang="en-US" dirty="0" err="1"/>
            <a:t>sorulumlu</a:t>
          </a:r>
          <a:r>
            <a:rPr lang="tr-TR" dirty="0" err="1"/>
            <a:t>lu</a:t>
          </a:r>
          <a:r>
            <a:rPr lang="en-US" dirty="0" err="1"/>
            <a:t>klar</a:t>
          </a:r>
          <a:r>
            <a:rPr lang="en-US" dirty="0"/>
            <a:t> "</a:t>
          </a:r>
          <a:r>
            <a:rPr lang="tr-TR" dirty="0"/>
            <a:t>başlatıcı, kaynakların sağlanması, eylemin başlatılması, dönüşümün ortaya çıkması, ürünün gelişmesi </a:t>
          </a:r>
          <a:r>
            <a:rPr lang="en-US" dirty="0" err="1"/>
            <a:t>ve</a:t>
          </a:r>
          <a:r>
            <a:rPr lang="en-US" dirty="0"/>
            <a:t> </a:t>
          </a:r>
          <a:r>
            <a:rPr lang="tr-TR" dirty="0"/>
            <a:t>prosesin döngüye girmesi</a:t>
          </a:r>
          <a:r>
            <a:rPr lang="en-US" dirty="0"/>
            <a:t>" </a:t>
          </a:r>
          <a:r>
            <a:rPr lang="tr-TR" dirty="0"/>
            <a:t>ş</a:t>
          </a:r>
          <a:r>
            <a:rPr lang="en-US" dirty="0" err="1"/>
            <a:t>eklinde</a:t>
          </a:r>
          <a:r>
            <a:rPr lang="en-US" dirty="0"/>
            <a:t> a</a:t>
          </a:r>
          <a:r>
            <a:rPr lang="tr-TR" dirty="0" err="1"/>
            <a:t>çı</a:t>
          </a:r>
          <a:r>
            <a:rPr lang="en-US" dirty="0" err="1"/>
            <a:t>klanmal</a:t>
          </a:r>
          <a:r>
            <a:rPr lang="tr-TR" dirty="0"/>
            <a:t>ı</a:t>
          </a:r>
          <a:r>
            <a:rPr lang="en-US" dirty="0"/>
            <a:t>d</a:t>
          </a:r>
          <a:r>
            <a:rPr lang="tr-TR" dirty="0"/>
            <a:t>ı</a:t>
          </a:r>
          <a:r>
            <a:rPr lang="en-US" dirty="0"/>
            <a:t>r.</a:t>
          </a:r>
        </a:p>
      </dgm:t>
    </dgm:pt>
    <dgm:pt modelId="{732A6DB9-5381-4A4F-BC6A-E2FAFE33B48A}" type="parTrans" cxnId="{5E3E0413-D949-454F-94BA-6B0E878E699F}">
      <dgm:prSet/>
      <dgm:spPr/>
      <dgm:t>
        <a:bodyPr/>
        <a:lstStyle/>
        <a:p>
          <a:endParaRPr lang="en-US"/>
        </a:p>
      </dgm:t>
    </dgm:pt>
    <dgm:pt modelId="{CB54D0B8-5136-4F21-8419-76CD644ADC7D}" type="sibTrans" cxnId="{5E3E0413-D949-454F-94BA-6B0E878E699F}">
      <dgm:prSet/>
      <dgm:spPr/>
      <dgm:t>
        <a:bodyPr/>
        <a:lstStyle/>
        <a:p>
          <a:endParaRPr lang="en-US"/>
        </a:p>
      </dgm:t>
    </dgm:pt>
    <dgm:pt modelId="{A11FF17E-E202-4507-AE01-98729DD5AC85}" type="pres">
      <dgm:prSet presAssocID="{DC333FA1-B185-4664-8A0D-6C7106AE8A74}" presName="root" presStyleCnt="0">
        <dgm:presLayoutVars>
          <dgm:dir/>
          <dgm:resizeHandles val="exact"/>
        </dgm:presLayoutVars>
      </dgm:prSet>
      <dgm:spPr/>
    </dgm:pt>
    <dgm:pt modelId="{707A380E-7CA0-4673-8632-702A76D41BDE}" type="pres">
      <dgm:prSet presAssocID="{A663247E-AC41-41C6-8AA6-D519C50E4E45}" presName="compNode" presStyleCnt="0"/>
      <dgm:spPr/>
    </dgm:pt>
    <dgm:pt modelId="{C12613D4-7C9C-4461-8354-2A50AF6752A0}" type="pres">
      <dgm:prSet presAssocID="{A663247E-AC41-41C6-8AA6-D519C50E4E45}" presName="bgRect" presStyleLbl="bgShp" presStyleIdx="0" presStyleCnt="3"/>
      <dgm:spPr/>
    </dgm:pt>
    <dgm:pt modelId="{CC04641A-9FCC-4B60-AD09-A1FD006074B9}" type="pres">
      <dgm:prSet presAssocID="{A663247E-AC41-41C6-8AA6-D519C50E4E4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ngerprint"/>
        </a:ext>
      </dgm:extLst>
    </dgm:pt>
    <dgm:pt modelId="{90710AEF-ECA3-44C2-A898-407083580944}" type="pres">
      <dgm:prSet presAssocID="{A663247E-AC41-41C6-8AA6-D519C50E4E45}" presName="spaceRect" presStyleCnt="0"/>
      <dgm:spPr/>
    </dgm:pt>
    <dgm:pt modelId="{C4FB8A86-7C9D-4CA2-80E4-CE4886F6E6A2}" type="pres">
      <dgm:prSet presAssocID="{A663247E-AC41-41C6-8AA6-D519C50E4E45}" presName="parTx" presStyleLbl="revTx" presStyleIdx="0" presStyleCnt="3">
        <dgm:presLayoutVars>
          <dgm:chMax val="0"/>
          <dgm:chPref val="0"/>
        </dgm:presLayoutVars>
      </dgm:prSet>
      <dgm:spPr/>
    </dgm:pt>
    <dgm:pt modelId="{DAE8F7A3-0AE8-4533-9ADB-E392D0DE2815}" type="pres">
      <dgm:prSet presAssocID="{F2BD4E06-E404-450D-B422-1D84E841A870}" presName="sibTrans" presStyleCnt="0"/>
      <dgm:spPr/>
    </dgm:pt>
    <dgm:pt modelId="{7EF1EC7B-BAAD-48A7-AAF8-2CB63510ADBF}" type="pres">
      <dgm:prSet presAssocID="{DCB7EF16-625E-491A-8F71-52BEB37A3B9E}" presName="compNode" presStyleCnt="0"/>
      <dgm:spPr/>
    </dgm:pt>
    <dgm:pt modelId="{11586272-F2AE-4103-B92E-B5927E40CECA}" type="pres">
      <dgm:prSet presAssocID="{DCB7EF16-625E-491A-8F71-52BEB37A3B9E}" presName="bgRect" presStyleLbl="bgShp" presStyleIdx="1" presStyleCnt="3"/>
      <dgm:spPr/>
    </dgm:pt>
    <dgm:pt modelId="{77846A64-1927-4501-8237-66D7D5514532}" type="pres">
      <dgm:prSet presAssocID="{DCB7EF16-625E-491A-8F71-52BEB37A3B9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xternal XAML"/>
        </a:ext>
      </dgm:extLst>
    </dgm:pt>
    <dgm:pt modelId="{4BA2DAE5-2B97-4E91-AA0A-E0048826CBE4}" type="pres">
      <dgm:prSet presAssocID="{DCB7EF16-625E-491A-8F71-52BEB37A3B9E}" presName="spaceRect" presStyleCnt="0"/>
      <dgm:spPr/>
    </dgm:pt>
    <dgm:pt modelId="{0A95F3AD-7073-490D-8648-192B1DE35245}" type="pres">
      <dgm:prSet presAssocID="{DCB7EF16-625E-491A-8F71-52BEB37A3B9E}" presName="parTx" presStyleLbl="revTx" presStyleIdx="1" presStyleCnt="3">
        <dgm:presLayoutVars>
          <dgm:chMax val="0"/>
          <dgm:chPref val="0"/>
        </dgm:presLayoutVars>
      </dgm:prSet>
      <dgm:spPr/>
    </dgm:pt>
    <dgm:pt modelId="{FC308A88-9351-4A46-B2C0-162AFCA712F4}" type="pres">
      <dgm:prSet presAssocID="{9B94822F-4EC2-45AA-AA0F-7F14189FBBAD}" presName="sibTrans" presStyleCnt="0"/>
      <dgm:spPr/>
    </dgm:pt>
    <dgm:pt modelId="{383979F1-1562-4F10-AB55-42669BC6D5CA}" type="pres">
      <dgm:prSet presAssocID="{3B499EAD-2820-499E-903B-FA1B80E708E3}" presName="compNode" presStyleCnt="0"/>
      <dgm:spPr/>
    </dgm:pt>
    <dgm:pt modelId="{BF498CBD-E581-4A6C-AABF-B7335F8C3DC6}" type="pres">
      <dgm:prSet presAssocID="{3B499EAD-2820-499E-903B-FA1B80E708E3}" presName="bgRect" presStyleLbl="bgShp" presStyleIdx="2" presStyleCnt="3"/>
      <dgm:spPr/>
    </dgm:pt>
    <dgm:pt modelId="{3D2B03C3-0811-4417-B37F-14075C654696}" type="pres">
      <dgm:prSet presAssocID="{3B499EAD-2820-499E-903B-FA1B80E708E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rt"/>
        </a:ext>
      </dgm:extLst>
    </dgm:pt>
    <dgm:pt modelId="{5017C70A-810F-48E9-A633-A4E22A729061}" type="pres">
      <dgm:prSet presAssocID="{3B499EAD-2820-499E-903B-FA1B80E708E3}" presName="spaceRect" presStyleCnt="0"/>
      <dgm:spPr/>
    </dgm:pt>
    <dgm:pt modelId="{7941C6C4-7BC5-4BBB-83F2-07053F2B6332}" type="pres">
      <dgm:prSet presAssocID="{3B499EAD-2820-499E-903B-FA1B80E708E3}" presName="parTx" presStyleLbl="revTx" presStyleIdx="2" presStyleCnt="3">
        <dgm:presLayoutVars>
          <dgm:chMax val="0"/>
          <dgm:chPref val="0"/>
        </dgm:presLayoutVars>
      </dgm:prSet>
      <dgm:spPr/>
    </dgm:pt>
  </dgm:ptLst>
  <dgm:cxnLst>
    <dgm:cxn modelId="{5E3E0413-D949-454F-94BA-6B0E878E699F}" srcId="{DC333FA1-B185-4664-8A0D-6C7106AE8A74}" destId="{3B499EAD-2820-499E-903B-FA1B80E708E3}" srcOrd="2" destOrd="0" parTransId="{732A6DB9-5381-4A4F-BC6A-E2FAFE33B48A}" sibTransId="{CB54D0B8-5136-4F21-8419-76CD644ADC7D}"/>
    <dgm:cxn modelId="{ADDDB414-A86B-485A-80C8-9D1808F091FF}" type="presOf" srcId="{DC333FA1-B185-4664-8A0D-6C7106AE8A74}" destId="{A11FF17E-E202-4507-AE01-98729DD5AC85}" srcOrd="0" destOrd="0" presId="urn:microsoft.com/office/officeart/2018/2/layout/IconVerticalSolidList"/>
    <dgm:cxn modelId="{ADBFEC64-6EF0-4F7C-A692-52EDD1F29D17}" srcId="{DC333FA1-B185-4664-8A0D-6C7106AE8A74}" destId="{A663247E-AC41-41C6-8AA6-D519C50E4E45}" srcOrd="0" destOrd="0" parTransId="{6EBC9269-6A54-444C-BE0B-CD72551E6561}" sibTransId="{F2BD4E06-E404-450D-B422-1D84E841A870}"/>
    <dgm:cxn modelId="{C2FDB74E-4B22-41D4-B014-16F0E3EDD78B}" type="presOf" srcId="{A663247E-AC41-41C6-8AA6-D519C50E4E45}" destId="{C4FB8A86-7C9D-4CA2-80E4-CE4886F6E6A2}" srcOrd="0" destOrd="0" presId="urn:microsoft.com/office/officeart/2018/2/layout/IconVerticalSolidList"/>
    <dgm:cxn modelId="{8CF43F72-8D7A-425B-85C9-6700C7AAA376}" type="presOf" srcId="{3B499EAD-2820-499E-903B-FA1B80E708E3}" destId="{7941C6C4-7BC5-4BBB-83F2-07053F2B6332}" srcOrd="0" destOrd="0" presId="urn:microsoft.com/office/officeart/2018/2/layout/IconVerticalSolidList"/>
    <dgm:cxn modelId="{115A96B3-6D31-4999-B3D1-1B3F395BC865}" type="presOf" srcId="{DCB7EF16-625E-491A-8F71-52BEB37A3B9E}" destId="{0A95F3AD-7073-490D-8648-192B1DE35245}" srcOrd="0" destOrd="0" presId="urn:microsoft.com/office/officeart/2018/2/layout/IconVerticalSolidList"/>
    <dgm:cxn modelId="{5013E4BC-B67B-4BFD-AB71-07DEDB4C056A}" srcId="{DC333FA1-B185-4664-8A0D-6C7106AE8A74}" destId="{DCB7EF16-625E-491A-8F71-52BEB37A3B9E}" srcOrd="1" destOrd="0" parTransId="{9119FCE5-BCCA-47A0-9753-87C57AB3705D}" sibTransId="{9B94822F-4EC2-45AA-AA0F-7F14189FBBAD}"/>
    <dgm:cxn modelId="{312A76B3-C099-4D95-9A97-A735B7D89D76}" type="presParOf" srcId="{A11FF17E-E202-4507-AE01-98729DD5AC85}" destId="{707A380E-7CA0-4673-8632-702A76D41BDE}" srcOrd="0" destOrd="0" presId="urn:microsoft.com/office/officeart/2018/2/layout/IconVerticalSolidList"/>
    <dgm:cxn modelId="{68BF5EDD-3EB6-4570-9911-B92893813CDB}" type="presParOf" srcId="{707A380E-7CA0-4673-8632-702A76D41BDE}" destId="{C12613D4-7C9C-4461-8354-2A50AF6752A0}" srcOrd="0" destOrd="0" presId="urn:microsoft.com/office/officeart/2018/2/layout/IconVerticalSolidList"/>
    <dgm:cxn modelId="{C7742D3C-38F9-49FB-9486-D054E646D856}" type="presParOf" srcId="{707A380E-7CA0-4673-8632-702A76D41BDE}" destId="{CC04641A-9FCC-4B60-AD09-A1FD006074B9}" srcOrd="1" destOrd="0" presId="urn:microsoft.com/office/officeart/2018/2/layout/IconVerticalSolidList"/>
    <dgm:cxn modelId="{D75B0999-9EB7-4799-A963-431949B78AD1}" type="presParOf" srcId="{707A380E-7CA0-4673-8632-702A76D41BDE}" destId="{90710AEF-ECA3-44C2-A898-407083580944}" srcOrd="2" destOrd="0" presId="urn:microsoft.com/office/officeart/2018/2/layout/IconVerticalSolidList"/>
    <dgm:cxn modelId="{7BBBAA86-F3FB-4E31-A94C-578265A496CE}" type="presParOf" srcId="{707A380E-7CA0-4673-8632-702A76D41BDE}" destId="{C4FB8A86-7C9D-4CA2-80E4-CE4886F6E6A2}" srcOrd="3" destOrd="0" presId="urn:microsoft.com/office/officeart/2018/2/layout/IconVerticalSolidList"/>
    <dgm:cxn modelId="{51DABE4C-846C-4B9E-9353-64E09E7CEC16}" type="presParOf" srcId="{A11FF17E-E202-4507-AE01-98729DD5AC85}" destId="{DAE8F7A3-0AE8-4533-9ADB-E392D0DE2815}" srcOrd="1" destOrd="0" presId="urn:microsoft.com/office/officeart/2018/2/layout/IconVerticalSolidList"/>
    <dgm:cxn modelId="{25AACF23-BB13-40EE-B2C8-D6CE63318D32}" type="presParOf" srcId="{A11FF17E-E202-4507-AE01-98729DD5AC85}" destId="{7EF1EC7B-BAAD-48A7-AAF8-2CB63510ADBF}" srcOrd="2" destOrd="0" presId="urn:microsoft.com/office/officeart/2018/2/layout/IconVerticalSolidList"/>
    <dgm:cxn modelId="{A86304C8-6795-4A81-BA6C-683C638E1558}" type="presParOf" srcId="{7EF1EC7B-BAAD-48A7-AAF8-2CB63510ADBF}" destId="{11586272-F2AE-4103-B92E-B5927E40CECA}" srcOrd="0" destOrd="0" presId="urn:microsoft.com/office/officeart/2018/2/layout/IconVerticalSolidList"/>
    <dgm:cxn modelId="{B0C0095A-115F-45B7-8EE0-BCBCDF0B0EE0}" type="presParOf" srcId="{7EF1EC7B-BAAD-48A7-AAF8-2CB63510ADBF}" destId="{77846A64-1927-4501-8237-66D7D5514532}" srcOrd="1" destOrd="0" presId="urn:microsoft.com/office/officeart/2018/2/layout/IconVerticalSolidList"/>
    <dgm:cxn modelId="{0F119099-BC9D-4132-A171-D3DBB651930F}" type="presParOf" srcId="{7EF1EC7B-BAAD-48A7-AAF8-2CB63510ADBF}" destId="{4BA2DAE5-2B97-4E91-AA0A-E0048826CBE4}" srcOrd="2" destOrd="0" presId="urn:microsoft.com/office/officeart/2018/2/layout/IconVerticalSolidList"/>
    <dgm:cxn modelId="{F8EA4CDE-6A42-4D56-8055-97B2C78DBEC1}" type="presParOf" srcId="{7EF1EC7B-BAAD-48A7-AAF8-2CB63510ADBF}" destId="{0A95F3AD-7073-490D-8648-192B1DE35245}" srcOrd="3" destOrd="0" presId="urn:microsoft.com/office/officeart/2018/2/layout/IconVerticalSolidList"/>
    <dgm:cxn modelId="{D43DC693-86AF-41A8-BF50-DE7625EB5F06}" type="presParOf" srcId="{A11FF17E-E202-4507-AE01-98729DD5AC85}" destId="{FC308A88-9351-4A46-B2C0-162AFCA712F4}" srcOrd="3" destOrd="0" presId="urn:microsoft.com/office/officeart/2018/2/layout/IconVerticalSolidList"/>
    <dgm:cxn modelId="{AF95F424-BA6F-4DD1-AEC5-62422856E57B}" type="presParOf" srcId="{A11FF17E-E202-4507-AE01-98729DD5AC85}" destId="{383979F1-1562-4F10-AB55-42669BC6D5CA}" srcOrd="4" destOrd="0" presId="urn:microsoft.com/office/officeart/2018/2/layout/IconVerticalSolidList"/>
    <dgm:cxn modelId="{60D06F3F-DA11-4FDD-BA27-E7ABDF03B624}" type="presParOf" srcId="{383979F1-1562-4F10-AB55-42669BC6D5CA}" destId="{BF498CBD-E581-4A6C-AABF-B7335F8C3DC6}" srcOrd="0" destOrd="0" presId="urn:microsoft.com/office/officeart/2018/2/layout/IconVerticalSolidList"/>
    <dgm:cxn modelId="{B8B99A9D-EEB0-43C4-B781-5724DFEA729A}" type="presParOf" srcId="{383979F1-1562-4F10-AB55-42669BC6D5CA}" destId="{3D2B03C3-0811-4417-B37F-14075C654696}" srcOrd="1" destOrd="0" presId="urn:microsoft.com/office/officeart/2018/2/layout/IconVerticalSolidList"/>
    <dgm:cxn modelId="{B3B109CB-DF47-47AC-96BF-24466761DF0B}" type="presParOf" srcId="{383979F1-1562-4F10-AB55-42669BC6D5CA}" destId="{5017C70A-810F-48E9-A633-A4E22A729061}" srcOrd="2" destOrd="0" presId="urn:microsoft.com/office/officeart/2018/2/layout/IconVerticalSolidList"/>
    <dgm:cxn modelId="{1567E471-44D3-4845-9C20-5085CDE97778}" type="presParOf" srcId="{383979F1-1562-4F10-AB55-42669BC6D5CA}" destId="{7941C6C4-7BC5-4BBB-83F2-07053F2B633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C333FA1-B185-4664-8A0D-6C7106AE8A7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663247E-AC41-41C6-8AA6-D519C50E4E45}">
      <dgm:prSet/>
      <dgm:spPr/>
      <dgm:t>
        <a:bodyPr/>
        <a:lstStyle/>
        <a:p>
          <a:pPr>
            <a:lnSpc>
              <a:spcPct val="100000"/>
            </a:lnSpc>
          </a:pPr>
          <a:r>
            <a:rPr lang="tr-TR" dirty="0"/>
            <a:t>5</a:t>
          </a:r>
          <a:r>
            <a:rPr lang="en-US" dirty="0"/>
            <a:t>. T</a:t>
          </a:r>
          <a:r>
            <a:rPr lang="tr-TR" dirty="0"/>
            <a:t>ü</a:t>
          </a:r>
          <a:r>
            <a:rPr lang="en-US" dirty="0"/>
            <a:t>m </a:t>
          </a:r>
          <a:r>
            <a:rPr lang="en-US" dirty="0" err="1"/>
            <a:t>proseslerde</a:t>
          </a:r>
          <a:r>
            <a:rPr lang="en-US" dirty="0"/>
            <a:t> </a:t>
          </a:r>
          <a:r>
            <a:rPr lang="en-US" b="1" dirty="0" err="1">
              <a:effectLst>
                <a:outerShdw blurRad="38100" dist="38100" dir="2700000" algn="tl">
                  <a:srgbClr val="000000">
                    <a:alpha val="43137"/>
                  </a:srgbClr>
                </a:outerShdw>
              </a:effectLst>
            </a:rPr>
            <a:t>planlama</a:t>
          </a:r>
          <a:r>
            <a:rPr lang="en-US" b="1" dirty="0">
              <a:effectLst>
                <a:outerShdw blurRad="38100" dist="38100" dir="2700000" algn="tl">
                  <a:srgbClr val="000000">
                    <a:alpha val="43137"/>
                  </a:srgbClr>
                </a:outerShdw>
              </a:effectLst>
            </a:rPr>
            <a:t>, organize </a:t>
          </a:r>
          <a:r>
            <a:rPr lang="en-US" b="1" dirty="0" err="1">
              <a:effectLst>
                <a:outerShdw blurRad="38100" dist="38100" dir="2700000" algn="tl">
                  <a:srgbClr val="000000">
                    <a:alpha val="43137"/>
                  </a:srgbClr>
                </a:outerShdw>
              </a:effectLst>
            </a:rPr>
            <a:t>etme</a:t>
          </a:r>
          <a:r>
            <a:rPr lang="en-US" b="1" dirty="0">
              <a:effectLst>
                <a:outerShdw blurRad="38100" dist="38100" dir="2700000" algn="tl">
                  <a:srgbClr val="000000">
                    <a:alpha val="43137"/>
                  </a:srgbClr>
                </a:outerShdw>
              </a:effectLst>
            </a:rPr>
            <a:t>, y</a:t>
          </a:r>
          <a:r>
            <a:rPr lang="tr-TR" b="1" dirty="0">
              <a:effectLst>
                <a:outerShdw blurRad="38100" dist="38100" dir="2700000" algn="tl">
                  <a:srgbClr val="000000">
                    <a:alpha val="43137"/>
                  </a:srgbClr>
                </a:outerShdw>
              </a:effectLst>
            </a:rPr>
            <a:t>ö</a:t>
          </a:r>
          <a:r>
            <a:rPr lang="en-US" b="1" dirty="0" err="1">
              <a:effectLst>
                <a:outerShdw blurRad="38100" dist="38100" dir="2700000" algn="tl">
                  <a:srgbClr val="000000">
                    <a:alpha val="43137"/>
                  </a:srgbClr>
                </a:outerShdw>
              </a:effectLst>
            </a:rPr>
            <a:t>neltme</a:t>
          </a:r>
          <a:r>
            <a:rPr lang="en-US" b="1" dirty="0">
              <a:effectLst>
                <a:outerShdw blurRad="38100" dist="38100" dir="2700000" algn="tl">
                  <a:srgbClr val="000000">
                    <a:alpha val="43137"/>
                  </a:srgbClr>
                </a:outerShdw>
              </a:effectLst>
            </a:rPr>
            <a:t>, y</a:t>
          </a:r>
          <a:r>
            <a:rPr lang="tr-TR" b="1" dirty="0">
              <a:effectLst>
                <a:outerShdw blurRad="38100" dist="38100" dir="2700000" algn="tl">
                  <a:srgbClr val="000000">
                    <a:alpha val="43137"/>
                  </a:srgbClr>
                </a:outerShdw>
              </a:effectLst>
            </a:rPr>
            <a:t>ö</a:t>
          </a:r>
          <a:r>
            <a:rPr lang="en-US" b="1" dirty="0" err="1">
              <a:effectLst>
                <a:outerShdw blurRad="38100" dist="38100" dir="2700000" algn="tl">
                  <a:srgbClr val="000000">
                    <a:alpha val="43137"/>
                  </a:srgbClr>
                </a:outerShdw>
              </a:effectLst>
            </a:rPr>
            <a:t>nlendirme</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ve</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geli</a:t>
          </a:r>
          <a:r>
            <a:rPr lang="tr-TR" b="1" dirty="0">
              <a:effectLst>
                <a:outerShdw blurRad="38100" dist="38100" dir="2700000" algn="tl">
                  <a:srgbClr val="000000">
                    <a:alpha val="43137"/>
                  </a:srgbClr>
                </a:outerShdw>
              </a:effectLst>
            </a:rPr>
            <a:t>ş</a:t>
          </a:r>
          <a:r>
            <a:rPr lang="en-US" b="1" dirty="0" err="1">
              <a:effectLst>
                <a:outerShdw blurRad="38100" dist="38100" dir="2700000" algn="tl">
                  <a:srgbClr val="000000">
                    <a:alpha val="43137"/>
                  </a:srgbClr>
                </a:outerShdw>
              </a:effectLst>
            </a:rPr>
            <a:t>tirme</a:t>
          </a:r>
          <a:r>
            <a:rPr lang="en-US" b="1" dirty="0">
              <a:effectLst>
                <a:outerShdw blurRad="38100" dist="38100" dir="2700000" algn="tl">
                  <a:srgbClr val="000000">
                    <a:alpha val="43137"/>
                  </a:srgbClr>
                </a:outerShdw>
              </a:effectLst>
            </a:rPr>
            <a:t> </a:t>
          </a:r>
          <a:r>
            <a:rPr lang="en-US" dirty="0" err="1"/>
            <a:t>sorumluluklar</a:t>
          </a:r>
          <a:r>
            <a:rPr lang="tr-TR" dirty="0"/>
            <a:t>ı</a:t>
          </a:r>
          <a:r>
            <a:rPr lang="en-US" dirty="0"/>
            <a:t> a</a:t>
          </a:r>
          <a:r>
            <a:rPr lang="tr-TR" dirty="0" err="1"/>
            <a:t>çı</a:t>
          </a:r>
          <a:r>
            <a:rPr lang="en-US" dirty="0"/>
            <a:t>k </a:t>
          </a:r>
          <a:r>
            <a:rPr lang="en-US" dirty="0" err="1"/>
            <a:t>veya</a:t>
          </a:r>
          <a:r>
            <a:rPr lang="en-US" dirty="0"/>
            <a:t> </a:t>
          </a:r>
          <a:r>
            <a:rPr lang="tr-TR" dirty="0"/>
            <a:t>ö</a:t>
          </a:r>
          <a:r>
            <a:rPr lang="en-US" dirty="0"/>
            <a:t>rt</a:t>
          </a:r>
          <a:r>
            <a:rPr lang="tr-TR" dirty="0"/>
            <a:t>ü</a:t>
          </a:r>
          <a:r>
            <a:rPr lang="en-US" dirty="0"/>
            <a:t>l</a:t>
          </a:r>
          <a:r>
            <a:rPr lang="tr-TR" dirty="0"/>
            <a:t>ü</a:t>
          </a:r>
          <a:r>
            <a:rPr lang="en-US" dirty="0"/>
            <a:t> </a:t>
          </a:r>
          <a:r>
            <a:rPr lang="en-US" dirty="0" err="1"/>
            <a:t>olarak</a:t>
          </a:r>
          <a:r>
            <a:rPr lang="en-US" dirty="0"/>
            <a:t> de</a:t>
          </a:r>
          <a:r>
            <a:rPr lang="tr-TR" dirty="0"/>
            <a:t>ğ</a:t>
          </a:r>
          <a:r>
            <a:rPr lang="en-US" dirty="0" err="1"/>
            <a:t>i</a:t>
          </a:r>
          <a:r>
            <a:rPr lang="tr-TR" dirty="0"/>
            <a:t>ş</a:t>
          </a:r>
          <a:r>
            <a:rPr lang="en-US" dirty="0" err="1"/>
            <a:t>ik</a:t>
          </a:r>
          <a:r>
            <a:rPr lang="en-US" dirty="0"/>
            <a:t> </a:t>
          </a:r>
          <a:r>
            <a:rPr lang="en-US" dirty="0" err="1"/>
            <a:t>oranlarda</a:t>
          </a:r>
          <a:r>
            <a:rPr lang="en-US" dirty="0"/>
            <a:t> </a:t>
          </a:r>
          <a:r>
            <a:rPr lang="en-US" dirty="0" err="1"/>
            <a:t>olmal</a:t>
          </a:r>
          <a:r>
            <a:rPr lang="tr-TR" dirty="0"/>
            <a:t>ı</a:t>
          </a:r>
          <a:r>
            <a:rPr lang="en-US" dirty="0"/>
            <a:t>d</a:t>
          </a:r>
          <a:r>
            <a:rPr lang="tr-TR" dirty="0"/>
            <a:t>ı</a:t>
          </a:r>
          <a:r>
            <a:rPr lang="en-US" dirty="0"/>
            <a:t>r.</a:t>
          </a:r>
        </a:p>
      </dgm:t>
    </dgm:pt>
    <dgm:pt modelId="{6EBC9269-6A54-444C-BE0B-CD72551E6561}" type="parTrans" cxnId="{ADBFEC64-6EF0-4F7C-A692-52EDD1F29D17}">
      <dgm:prSet/>
      <dgm:spPr/>
      <dgm:t>
        <a:bodyPr/>
        <a:lstStyle/>
        <a:p>
          <a:endParaRPr lang="en-US"/>
        </a:p>
      </dgm:t>
    </dgm:pt>
    <dgm:pt modelId="{F2BD4E06-E404-450D-B422-1D84E841A870}" type="sibTrans" cxnId="{ADBFEC64-6EF0-4F7C-A692-52EDD1F29D17}">
      <dgm:prSet/>
      <dgm:spPr/>
      <dgm:t>
        <a:bodyPr/>
        <a:lstStyle/>
        <a:p>
          <a:endParaRPr lang="en-US"/>
        </a:p>
      </dgm:t>
    </dgm:pt>
    <dgm:pt modelId="{DCB7EF16-625E-491A-8F71-52BEB37A3B9E}">
      <dgm:prSet/>
      <dgm:spPr/>
      <dgm:t>
        <a:bodyPr/>
        <a:lstStyle/>
        <a:p>
          <a:pPr>
            <a:lnSpc>
              <a:spcPct val="100000"/>
            </a:lnSpc>
          </a:pPr>
          <a:r>
            <a:rPr lang="tr-TR" dirty="0"/>
            <a:t>5.1</a:t>
          </a:r>
          <a:r>
            <a:rPr lang="en-US" dirty="0"/>
            <a:t>. Bili</a:t>
          </a:r>
          <a:r>
            <a:rPr lang="tr-TR" dirty="0"/>
            <a:t>ş</a:t>
          </a:r>
          <a:r>
            <a:rPr lang="en-US" dirty="0" err="1"/>
            <a:t>sel</a:t>
          </a:r>
          <a:r>
            <a:rPr lang="en-US" dirty="0"/>
            <a:t> de</a:t>
          </a:r>
          <a:r>
            <a:rPr lang="tr-TR" dirty="0"/>
            <a:t>ğ</a:t>
          </a:r>
          <a:r>
            <a:rPr lang="en-US" dirty="0" err="1"/>
            <a:t>eri</a:t>
          </a:r>
          <a:r>
            <a:rPr lang="en-US" dirty="0"/>
            <a:t> y</a:t>
          </a:r>
          <a:r>
            <a:rPr lang="tr-TR" dirty="0"/>
            <a:t>ü</a:t>
          </a:r>
          <a:r>
            <a:rPr lang="nn-NO" dirty="0"/>
            <a:t>ksek proseslerde planama ve geli</a:t>
          </a:r>
          <a:r>
            <a:rPr lang="tr-TR" dirty="0"/>
            <a:t>ş</a:t>
          </a:r>
          <a:r>
            <a:rPr lang="en-US" dirty="0" err="1"/>
            <a:t>tirmeye</a:t>
          </a:r>
          <a:r>
            <a:rPr lang="en-US" dirty="0"/>
            <a:t> (u</a:t>
          </a:r>
          <a:r>
            <a:rPr lang="tr-TR" dirty="0"/>
            <a:t>ç</a:t>
          </a:r>
          <a:r>
            <a:rPr lang="en-US" dirty="0" err="1"/>
            <a:t>lara</a:t>
          </a:r>
          <a:r>
            <a:rPr lang="en-US" dirty="0"/>
            <a:t>) </a:t>
          </a:r>
          <a:r>
            <a:rPr lang="en-US" dirty="0" err="1"/>
            <a:t>kayma</a:t>
          </a:r>
          <a:r>
            <a:rPr lang="en-US" dirty="0"/>
            <a:t>, </a:t>
          </a:r>
          <a:r>
            <a:rPr lang="en-US" dirty="0" err="1"/>
            <a:t>bedensel</a:t>
          </a:r>
          <a:r>
            <a:rPr lang="en-US" dirty="0"/>
            <a:t> de</a:t>
          </a:r>
          <a:r>
            <a:rPr lang="tr-TR" dirty="0"/>
            <a:t>ğ</a:t>
          </a:r>
          <a:r>
            <a:rPr lang="en-US" dirty="0" err="1"/>
            <a:t>eri</a:t>
          </a:r>
          <a:r>
            <a:rPr lang="en-US" dirty="0"/>
            <a:t> y</a:t>
          </a:r>
          <a:r>
            <a:rPr lang="tr-TR" dirty="0"/>
            <a:t>ü</a:t>
          </a:r>
          <a:r>
            <a:rPr lang="en-US" dirty="0" err="1"/>
            <a:t>ksek</a:t>
          </a:r>
          <a:r>
            <a:rPr lang="en-US" dirty="0"/>
            <a:t> </a:t>
          </a:r>
          <a:r>
            <a:rPr lang="en-US" dirty="0" err="1"/>
            <a:t>i</a:t>
          </a:r>
          <a:r>
            <a:rPr lang="tr-TR" dirty="0"/>
            <a:t>ş</a:t>
          </a:r>
          <a:r>
            <a:rPr lang="en-US" dirty="0" err="1"/>
            <a:t>lerde</a:t>
          </a:r>
          <a:r>
            <a:rPr lang="en-US" dirty="0"/>
            <a:t> y</a:t>
          </a:r>
          <a:r>
            <a:rPr lang="tr-TR" dirty="0"/>
            <a:t>ö</a:t>
          </a:r>
          <a:r>
            <a:rPr lang="en-US" dirty="0" err="1"/>
            <a:t>neltme</a:t>
          </a:r>
          <a:r>
            <a:rPr lang="en-US" dirty="0"/>
            <a:t> </a:t>
          </a:r>
          <a:r>
            <a:rPr lang="en-US" dirty="0" err="1"/>
            <a:t>ve</a:t>
          </a:r>
          <a:r>
            <a:rPr lang="en-US" dirty="0"/>
            <a:t> y</a:t>
          </a:r>
          <a:r>
            <a:rPr lang="tr-TR" dirty="0"/>
            <a:t>ö</a:t>
          </a:r>
          <a:r>
            <a:rPr lang="en-US" dirty="0" err="1"/>
            <a:t>nlendirmeye</a:t>
          </a:r>
          <a:r>
            <a:rPr lang="en-US" dirty="0"/>
            <a:t> (</a:t>
          </a:r>
          <a:r>
            <a:rPr lang="en-US" dirty="0" err="1"/>
            <a:t>ortalara</a:t>
          </a:r>
          <a:r>
            <a:rPr lang="en-US" dirty="0"/>
            <a:t>) </a:t>
          </a:r>
          <a:r>
            <a:rPr lang="en-US" dirty="0" err="1"/>
            <a:t>kayma</a:t>
          </a:r>
          <a:r>
            <a:rPr lang="en-US" dirty="0"/>
            <a:t> </a:t>
          </a:r>
          <a:r>
            <a:rPr lang="en-US" dirty="0" err="1"/>
            <a:t>artmal</a:t>
          </a:r>
          <a:r>
            <a:rPr lang="tr-TR" dirty="0"/>
            <a:t>ı</a:t>
          </a:r>
          <a:r>
            <a:rPr lang="en-US" dirty="0"/>
            <a:t>d</a:t>
          </a:r>
          <a:r>
            <a:rPr lang="tr-TR" dirty="0"/>
            <a:t>ı</a:t>
          </a:r>
          <a:r>
            <a:rPr lang="en-US" dirty="0"/>
            <a:t>r.</a:t>
          </a:r>
        </a:p>
      </dgm:t>
    </dgm:pt>
    <dgm:pt modelId="{9119FCE5-BCCA-47A0-9753-87C57AB3705D}" type="parTrans" cxnId="{5013E4BC-B67B-4BFD-AB71-07DEDB4C056A}">
      <dgm:prSet/>
      <dgm:spPr/>
      <dgm:t>
        <a:bodyPr/>
        <a:lstStyle/>
        <a:p>
          <a:endParaRPr lang="en-US"/>
        </a:p>
      </dgm:t>
    </dgm:pt>
    <dgm:pt modelId="{9B94822F-4EC2-45AA-AA0F-7F14189FBBAD}" type="sibTrans" cxnId="{5013E4BC-B67B-4BFD-AB71-07DEDB4C056A}">
      <dgm:prSet/>
      <dgm:spPr/>
      <dgm:t>
        <a:bodyPr/>
        <a:lstStyle/>
        <a:p>
          <a:endParaRPr lang="en-US"/>
        </a:p>
      </dgm:t>
    </dgm:pt>
    <dgm:pt modelId="{A11FF17E-E202-4507-AE01-98729DD5AC85}" type="pres">
      <dgm:prSet presAssocID="{DC333FA1-B185-4664-8A0D-6C7106AE8A74}" presName="root" presStyleCnt="0">
        <dgm:presLayoutVars>
          <dgm:dir/>
          <dgm:resizeHandles val="exact"/>
        </dgm:presLayoutVars>
      </dgm:prSet>
      <dgm:spPr/>
    </dgm:pt>
    <dgm:pt modelId="{707A380E-7CA0-4673-8632-702A76D41BDE}" type="pres">
      <dgm:prSet presAssocID="{A663247E-AC41-41C6-8AA6-D519C50E4E45}" presName="compNode" presStyleCnt="0"/>
      <dgm:spPr/>
    </dgm:pt>
    <dgm:pt modelId="{C12613D4-7C9C-4461-8354-2A50AF6752A0}" type="pres">
      <dgm:prSet presAssocID="{A663247E-AC41-41C6-8AA6-D519C50E4E45}" presName="bgRect" presStyleLbl="bgShp" presStyleIdx="0" presStyleCnt="2"/>
      <dgm:spPr/>
    </dgm:pt>
    <dgm:pt modelId="{CC04641A-9FCC-4B60-AD09-A1FD006074B9}" type="pres">
      <dgm:prSet presAssocID="{A663247E-AC41-41C6-8AA6-D519C50E4E4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ngerprint"/>
        </a:ext>
      </dgm:extLst>
    </dgm:pt>
    <dgm:pt modelId="{90710AEF-ECA3-44C2-A898-407083580944}" type="pres">
      <dgm:prSet presAssocID="{A663247E-AC41-41C6-8AA6-D519C50E4E45}" presName="spaceRect" presStyleCnt="0"/>
      <dgm:spPr/>
    </dgm:pt>
    <dgm:pt modelId="{C4FB8A86-7C9D-4CA2-80E4-CE4886F6E6A2}" type="pres">
      <dgm:prSet presAssocID="{A663247E-AC41-41C6-8AA6-D519C50E4E45}" presName="parTx" presStyleLbl="revTx" presStyleIdx="0" presStyleCnt="2">
        <dgm:presLayoutVars>
          <dgm:chMax val="0"/>
          <dgm:chPref val="0"/>
        </dgm:presLayoutVars>
      </dgm:prSet>
      <dgm:spPr/>
    </dgm:pt>
    <dgm:pt modelId="{DAE8F7A3-0AE8-4533-9ADB-E392D0DE2815}" type="pres">
      <dgm:prSet presAssocID="{F2BD4E06-E404-450D-B422-1D84E841A870}" presName="sibTrans" presStyleCnt="0"/>
      <dgm:spPr/>
    </dgm:pt>
    <dgm:pt modelId="{7EF1EC7B-BAAD-48A7-AAF8-2CB63510ADBF}" type="pres">
      <dgm:prSet presAssocID="{DCB7EF16-625E-491A-8F71-52BEB37A3B9E}" presName="compNode" presStyleCnt="0"/>
      <dgm:spPr/>
    </dgm:pt>
    <dgm:pt modelId="{11586272-F2AE-4103-B92E-B5927E40CECA}" type="pres">
      <dgm:prSet presAssocID="{DCB7EF16-625E-491A-8F71-52BEB37A3B9E}" presName="bgRect" presStyleLbl="bgShp" presStyleIdx="1" presStyleCnt="2"/>
      <dgm:spPr/>
    </dgm:pt>
    <dgm:pt modelId="{77846A64-1927-4501-8237-66D7D5514532}" type="pres">
      <dgm:prSet presAssocID="{DCB7EF16-625E-491A-8F71-52BEB37A3B9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xternal XAML"/>
        </a:ext>
      </dgm:extLst>
    </dgm:pt>
    <dgm:pt modelId="{4BA2DAE5-2B97-4E91-AA0A-E0048826CBE4}" type="pres">
      <dgm:prSet presAssocID="{DCB7EF16-625E-491A-8F71-52BEB37A3B9E}" presName="spaceRect" presStyleCnt="0"/>
      <dgm:spPr/>
    </dgm:pt>
    <dgm:pt modelId="{0A95F3AD-7073-490D-8648-192B1DE35245}" type="pres">
      <dgm:prSet presAssocID="{DCB7EF16-625E-491A-8F71-52BEB37A3B9E}" presName="parTx" presStyleLbl="revTx" presStyleIdx="1" presStyleCnt="2">
        <dgm:presLayoutVars>
          <dgm:chMax val="0"/>
          <dgm:chPref val="0"/>
        </dgm:presLayoutVars>
      </dgm:prSet>
      <dgm:spPr/>
    </dgm:pt>
  </dgm:ptLst>
  <dgm:cxnLst>
    <dgm:cxn modelId="{ADDDB414-A86B-485A-80C8-9D1808F091FF}" type="presOf" srcId="{DC333FA1-B185-4664-8A0D-6C7106AE8A74}" destId="{A11FF17E-E202-4507-AE01-98729DD5AC85}" srcOrd="0" destOrd="0" presId="urn:microsoft.com/office/officeart/2018/2/layout/IconVerticalSolidList"/>
    <dgm:cxn modelId="{ADBFEC64-6EF0-4F7C-A692-52EDD1F29D17}" srcId="{DC333FA1-B185-4664-8A0D-6C7106AE8A74}" destId="{A663247E-AC41-41C6-8AA6-D519C50E4E45}" srcOrd="0" destOrd="0" parTransId="{6EBC9269-6A54-444C-BE0B-CD72551E6561}" sibTransId="{F2BD4E06-E404-450D-B422-1D84E841A870}"/>
    <dgm:cxn modelId="{C2FDB74E-4B22-41D4-B014-16F0E3EDD78B}" type="presOf" srcId="{A663247E-AC41-41C6-8AA6-D519C50E4E45}" destId="{C4FB8A86-7C9D-4CA2-80E4-CE4886F6E6A2}" srcOrd="0" destOrd="0" presId="urn:microsoft.com/office/officeart/2018/2/layout/IconVerticalSolidList"/>
    <dgm:cxn modelId="{115A96B3-6D31-4999-B3D1-1B3F395BC865}" type="presOf" srcId="{DCB7EF16-625E-491A-8F71-52BEB37A3B9E}" destId="{0A95F3AD-7073-490D-8648-192B1DE35245}" srcOrd="0" destOrd="0" presId="urn:microsoft.com/office/officeart/2018/2/layout/IconVerticalSolidList"/>
    <dgm:cxn modelId="{5013E4BC-B67B-4BFD-AB71-07DEDB4C056A}" srcId="{DC333FA1-B185-4664-8A0D-6C7106AE8A74}" destId="{DCB7EF16-625E-491A-8F71-52BEB37A3B9E}" srcOrd="1" destOrd="0" parTransId="{9119FCE5-BCCA-47A0-9753-87C57AB3705D}" sibTransId="{9B94822F-4EC2-45AA-AA0F-7F14189FBBAD}"/>
    <dgm:cxn modelId="{312A76B3-C099-4D95-9A97-A735B7D89D76}" type="presParOf" srcId="{A11FF17E-E202-4507-AE01-98729DD5AC85}" destId="{707A380E-7CA0-4673-8632-702A76D41BDE}" srcOrd="0" destOrd="0" presId="urn:microsoft.com/office/officeart/2018/2/layout/IconVerticalSolidList"/>
    <dgm:cxn modelId="{68BF5EDD-3EB6-4570-9911-B92893813CDB}" type="presParOf" srcId="{707A380E-7CA0-4673-8632-702A76D41BDE}" destId="{C12613D4-7C9C-4461-8354-2A50AF6752A0}" srcOrd="0" destOrd="0" presId="urn:microsoft.com/office/officeart/2018/2/layout/IconVerticalSolidList"/>
    <dgm:cxn modelId="{C7742D3C-38F9-49FB-9486-D054E646D856}" type="presParOf" srcId="{707A380E-7CA0-4673-8632-702A76D41BDE}" destId="{CC04641A-9FCC-4B60-AD09-A1FD006074B9}" srcOrd="1" destOrd="0" presId="urn:microsoft.com/office/officeart/2018/2/layout/IconVerticalSolidList"/>
    <dgm:cxn modelId="{D75B0999-9EB7-4799-A963-431949B78AD1}" type="presParOf" srcId="{707A380E-7CA0-4673-8632-702A76D41BDE}" destId="{90710AEF-ECA3-44C2-A898-407083580944}" srcOrd="2" destOrd="0" presId="urn:microsoft.com/office/officeart/2018/2/layout/IconVerticalSolidList"/>
    <dgm:cxn modelId="{7BBBAA86-F3FB-4E31-A94C-578265A496CE}" type="presParOf" srcId="{707A380E-7CA0-4673-8632-702A76D41BDE}" destId="{C4FB8A86-7C9D-4CA2-80E4-CE4886F6E6A2}" srcOrd="3" destOrd="0" presId="urn:microsoft.com/office/officeart/2018/2/layout/IconVerticalSolidList"/>
    <dgm:cxn modelId="{51DABE4C-846C-4B9E-9353-64E09E7CEC16}" type="presParOf" srcId="{A11FF17E-E202-4507-AE01-98729DD5AC85}" destId="{DAE8F7A3-0AE8-4533-9ADB-E392D0DE2815}" srcOrd="1" destOrd="0" presId="urn:microsoft.com/office/officeart/2018/2/layout/IconVerticalSolidList"/>
    <dgm:cxn modelId="{25AACF23-BB13-40EE-B2C8-D6CE63318D32}" type="presParOf" srcId="{A11FF17E-E202-4507-AE01-98729DD5AC85}" destId="{7EF1EC7B-BAAD-48A7-AAF8-2CB63510ADBF}" srcOrd="2" destOrd="0" presId="urn:microsoft.com/office/officeart/2018/2/layout/IconVerticalSolidList"/>
    <dgm:cxn modelId="{A86304C8-6795-4A81-BA6C-683C638E1558}" type="presParOf" srcId="{7EF1EC7B-BAAD-48A7-AAF8-2CB63510ADBF}" destId="{11586272-F2AE-4103-B92E-B5927E40CECA}" srcOrd="0" destOrd="0" presId="urn:microsoft.com/office/officeart/2018/2/layout/IconVerticalSolidList"/>
    <dgm:cxn modelId="{B0C0095A-115F-45B7-8EE0-BCBCDF0B0EE0}" type="presParOf" srcId="{7EF1EC7B-BAAD-48A7-AAF8-2CB63510ADBF}" destId="{77846A64-1927-4501-8237-66D7D5514532}" srcOrd="1" destOrd="0" presId="urn:microsoft.com/office/officeart/2018/2/layout/IconVerticalSolidList"/>
    <dgm:cxn modelId="{0F119099-BC9D-4132-A171-D3DBB651930F}" type="presParOf" srcId="{7EF1EC7B-BAAD-48A7-AAF8-2CB63510ADBF}" destId="{4BA2DAE5-2B97-4E91-AA0A-E0048826CBE4}" srcOrd="2" destOrd="0" presId="urn:microsoft.com/office/officeart/2018/2/layout/IconVerticalSolidList"/>
    <dgm:cxn modelId="{F8EA4CDE-6A42-4D56-8055-97B2C78DBEC1}" type="presParOf" srcId="{7EF1EC7B-BAAD-48A7-AAF8-2CB63510ADBF}" destId="{0A95F3AD-7073-490D-8648-192B1DE3524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8C4EA40-1ACB-4533-AEA7-85BBFEC6923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9F48EBA-BECB-4BF6-9B59-2BDD5D025970}">
      <dgm:prSet/>
      <dgm:spPr/>
      <dgm:t>
        <a:bodyPr/>
        <a:lstStyle/>
        <a:p>
          <a:r>
            <a:rPr lang="tr-TR" dirty="0"/>
            <a:t>Prosesin Akışları</a:t>
          </a:r>
          <a:endParaRPr lang="en-US" dirty="0"/>
        </a:p>
      </dgm:t>
    </dgm:pt>
    <dgm:pt modelId="{A897CAA7-09BA-4C58-BD3B-193715ABEFEA}" type="parTrans" cxnId="{F6894C87-33A2-4ED4-B39B-23F26B73423B}">
      <dgm:prSet/>
      <dgm:spPr/>
      <dgm:t>
        <a:bodyPr/>
        <a:lstStyle/>
        <a:p>
          <a:endParaRPr lang="en-US"/>
        </a:p>
      </dgm:t>
    </dgm:pt>
    <dgm:pt modelId="{3CB316E0-2855-43ED-87C7-DEBACFB318A0}" type="sibTrans" cxnId="{F6894C87-33A2-4ED4-B39B-23F26B73423B}">
      <dgm:prSet/>
      <dgm:spPr/>
      <dgm:t>
        <a:bodyPr/>
        <a:lstStyle/>
        <a:p>
          <a:endParaRPr lang="en-US"/>
        </a:p>
      </dgm:t>
    </dgm:pt>
    <dgm:pt modelId="{4BC7A521-87F6-41BF-9BCC-EBC79A332EE5}">
      <dgm:prSet/>
      <dgm:spPr/>
      <dgm:t>
        <a:bodyPr/>
        <a:lstStyle/>
        <a:p>
          <a:r>
            <a:rPr lang="tr-TR" dirty="0"/>
            <a:t>Prosesin Parçaları</a:t>
          </a:r>
          <a:endParaRPr lang="en-US" dirty="0"/>
        </a:p>
      </dgm:t>
    </dgm:pt>
    <dgm:pt modelId="{FED66AA5-B726-4C74-8C9E-221BFA299418}" type="parTrans" cxnId="{7F7A8821-F045-4057-9C81-102170B08D38}">
      <dgm:prSet/>
      <dgm:spPr/>
      <dgm:t>
        <a:bodyPr/>
        <a:lstStyle/>
        <a:p>
          <a:endParaRPr lang="en-US"/>
        </a:p>
      </dgm:t>
    </dgm:pt>
    <dgm:pt modelId="{F6F70167-6395-4DFF-90C0-747826AA3670}" type="sibTrans" cxnId="{7F7A8821-F045-4057-9C81-102170B08D38}">
      <dgm:prSet/>
      <dgm:spPr/>
      <dgm:t>
        <a:bodyPr/>
        <a:lstStyle/>
        <a:p>
          <a:endParaRPr lang="en-US"/>
        </a:p>
      </dgm:t>
    </dgm:pt>
    <dgm:pt modelId="{4CEF34C6-A4CD-4EEF-AA52-5D94D96A729E}">
      <dgm:prSet/>
      <dgm:spPr/>
      <dgm:t>
        <a:bodyPr/>
        <a:lstStyle/>
        <a:p>
          <a:r>
            <a:rPr lang="tr-TR" dirty="0"/>
            <a:t>Prosesin Kaynakları</a:t>
          </a:r>
          <a:endParaRPr lang="en-US" dirty="0"/>
        </a:p>
      </dgm:t>
    </dgm:pt>
    <dgm:pt modelId="{FC11FDE7-93D8-4DD6-B59B-02D15B17ECAF}" type="parTrans" cxnId="{30EE1B11-5DD2-4328-B350-E7BE896C684C}">
      <dgm:prSet/>
      <dgm:spPr/>
      <dgm:t>
        <a:bodyPr/>
        <a:lstStyle/>
        <a:p>
          <a:endParaRPr lang="en-US"/>
        </a:p>
      </dgm:t>
    </dgm:pt>
    <dgm:pt modelId="{75122A11-66BD-436F-9916-43D913F19B94}" type="sibTrans" cxnId="{30EE1B11-5DD2-4328-B350-E7BE896C684C}">
      <dgm:prSet/>
      <dgm:spPr/>
      <dgm:t>
        <a:bodyPr/>
        <a:lstStyle/>
        <a:p>
          <a:endParaRPr lang="en-US"/>
        </a:p>
      </dgm:t>
    </dgm:pt>
    <dgm:pt modelId="{79A1A51A-B747-4526-8DEB-C898FD2ADADE}">
      <dgm:prSet/>
      <dgm:spPr/>
      <dgm:t>
        <a:bodyPr/>
        <a:lstStyle/>
        <a:p>
          <a:r>
            <a:rPr lang="tr-TR" dirty="0"/>
            <a:t>Prosesin Değerleri</a:t>
          </a:r>
          <a:endParaRPr lang="en-US" dirty="0"/>
        </a:p>
      </dgm:t>
    </dgm:pt>
    <dgm:pt modelId="{30E90950-C849-46C8-97D6-095406B119DF}" type="parTrans" cxnId="{34594B56-732B-48D4-A8A3-97FC7B36CDFD}">
      <dgm:prSet/>
      <dgm:spPr/>
      <dgm:t>
        <a:bodyPr/>
        <a:lstStyle/>
        <a:p>
          <a:endParaRPr lang="en-US"/>
        </a:p>
      </dgm:t>
    </dgm:pt>
    <dgm:pt modelId="{1F7260AF-AA67-4DA9-AF0A-FCA3A693DB7F}" type="sibTrans" cxnId="{34594B56-732B-48D4-A8A3-97FC7B36CDFD}">
      <dgm:prSet/>
      <dgm:spPr/>
      <dgm:t>
        <a:bodyPr/>
        <a:lstStyle/>
        <a:p>
          <a:endParaRPr lang="en-US"/>
        </a:p>
      </dgm:t>
    </dgm:pt>
    <dgm:pt modelId="{37567894-32AF-4EA9-8F55-6E0C39016964}">
      <dgm:prSet/>
      <dgm:spPr/>
      <dgm:t>
        <a:bodyPr/>
        <a:lstStyle/>
        <a:p>
          <a:r>
            <a:rPr lang="tr-TR" dirty="0"/>
            <a:t>Prosesin Hedefleri</a:t>
          </a:r>
          <a:endParaRPr lang="en-US" dirty="0"/>
        </a:p>
      </dgm:t>
    </dgm:pt>
    <dgm:pt modelId="{734BE7DF-4451-466D-B412-5B225B89B30D}" type="parTrans" cxnId="{74E5E92E-C9CD-465C-8BC2-F013B0DD09BE}">
      <dgm:prSet/>
      <dgm:spPr/>
      <dgm:t>
        <a:bodyPr/>
        <a:lstStyle/>
        <a:p>
          <a:endParaRPr lang="en-US"/>
        </a:p>
      </dgm:t>
    </dgm:pt>
    <dgm:pt modelId="{2D34933E-3739-4785-9BD4-1257CE82E9BD}" type="sibTrans" cxnId="{74E5E92E-C9CD-465C-8BC2-F013B0DD09BE}">
      <dgm:prSet/>
      <dgm:spPr/>
      <dgm:t>
        <a:bodyPr/>
        <a:lstStyle/>
        <a:p>
          <a:endParaRPr lang="en-US"/>
        </a:p>
      </dgm:t>
    </dgm:pt>
    <dgm:pt modelId="{5A5FD13F-6E26-4272-88EE-D161CC81F87C}">
      <dgm:prSet/>
      <dgm:spPr/>
      <dgm:t>
        <a:bodyPr/>
        <a:lstStyle/>
        <a:p>
          <a:r>
            <a:rPr lang="tr-TR" dirty="0"/>
            <a:t>Prosesin Ürünleri</a:t>
          </a:r>
          <a:endParaRPr lang="en-US" dirty="0"/>
        </a:p>
      </dgm:t>
    </dgm:pt>
    <dgm:pt modelId="{23F589F5-0695-49A0-AACB-18ED68316C48}" type="parTrans" cxnId="{C70320FA-5CAC-45B2-8F45-47EBF77FF5B8}">
      <dgm:prSet/>
      <dgm:spPr/>
      <dgm:t>
        <a:bodyPr/>
        <a:lstStyle/>
        <a:p>
          <a:endParaRPr lang="en-US"/>
        </a:p>
      </dgm:t>
    </dgm:pt>
    <dgm:pt modelId="{80C3A303-7B2E-410A-AFDE-6D22C00AB44D}" type="sibTrans" cxnId="{C70320FA-5CAC-45B2-8F45-47EBF77FF5B8}">
      <dgm:prSet/>
      <dgm:spPr/>
      <dgm:t>
        <a:bodyPr/>
        <a:lstStyle/>
        <a:p>
          <a:endParaRPr lang="en-US"/>
        </a:p>
      </dgm:t>
    </dgm:pt>
    <dgm:pt modelId="{DF4FC406-DBBE-4175-AE9D-63C10F2ACBEB}" type="pres">
      <dgm:prSet presAssocID="{C8C4EA40-1ACB-4533-AEA7-85BBFEC69237}" presName="root" presStyleCnt="0">
        <dgm:presLayoutVars>
          <dgm:dir/>
          <dgm:resizeHandles val="exact"/>
        </dgm:presLayoutVars>
      </dgm:prSet>
      <dgm:spPr/>
    </dgm:pt>
    <dgm:pt modelId="{6E232CF7-9EB1-47F9-AE49-CCD5E9663953}" type="pres">
      <dgm:prSet presAssocID="{D9F48EBA-BECB-4BF6-9B59-2BDD5D025970}" presName="compNode" presStyleCnt="0"/>
      <dgm:spPr/>
    </dgm:pt>
    <dgm:pt modelId="{49473641-B8DF-4879-B1CB-F9D2DA5A506E}" type="pres">
      <dgm:prSet presAssocID="{D9F48EBA-BECB-4BF6-9B59-2BDD5D025970}" presName="bgRect" presStyleLbl="bgShp" presStyleIdx="0" presStyleCnt="6"/>
      <dgm:spPr/>
    </dgm:pt>
    <dgm:pt modelId="{9247016E-3D15-45DD-86C5-ED1BBA280DDA}" type="pres">
      <dgm:prSet presAssocID="{D9F48EBA-BECB-4BF6-9B59-2BDD5D025970}"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lue"/>
        </a:ext>
      </dgm:extLst>
    </dgm:pt>
    <dgm:pt modelId="{7207B672-AEB2-406C-8D28-5BE1124F3A36}" type="pres">
      <dgm:prSet presAssocID="{D9F48EBA-BECB-4BF6-9B59-2BDD5D025970}" presName="spaceRect" presStyleCnt="0"/>
      <dgm:spPr/>
    </dgm:pt>
    <dgm:pt modelId="{D72046E7-16C8-4E2A-B54C-AA64ABEC7171}" type="pres">
      <dgm:prSet presAssocID="{D9F48EBA-BECB-4BF6-9B59-2BDD5D025970}" presName="parTx" presStyleLbl="revTx" presStyleIdx="0" presStyleCnt="6">
        <dgm:presLayoutVars>
          <dgm:chMax val="0"/>
          <dgm:chPref val="0"/>
        </dgm:presLayoutVars>
      </dgm:prSet>
      <dgm:spPr/>
    </dgm:pt>
    <dgm:pt modelId="{2E256A0F-9963-43C5-A988-D12082CCA59C}" type="pres">
      <dgm:prSet presAssocID="{3CB316E0-2855-43ED-87C7-DEBACFB318A0}" presName="sibTrans" presStyleCnt="0"/>
      <dgm:spPr/>
    </dgm:pt>
    <dgm:pt modelId="{6980CC21-9B42-4917-9E28-EF40C516EDC0}" type="pres">
      <dgm:prSet presAssocID="{4BC7A521-87F6-41BF-9BCC-EBC79A332EE5}" presName="compNode" presStyleCnt="0"/>
      <dgm:spPr/>
    </dgm:pt>
    <dgm:pt modelId="{9739F2FE-2DD5-4CBF-9AA0-E7657AAE766B}" type="pres">
      <dgm:prSet presAssocID="{4BC7A521-87F6-41BF-9BCC-EBC79A332EE5}" presName="bgRect" presStyleLbl="bgShp" presStyleIdx="1" presStyleCnt="6"/>
      <dgm:spPr/>
    </dgm:pt>
    <dgm:pt modelId="{734D5518-743D-4EAB-A8EF-DDF513CB1560}" type="pres">
      <dgm:prSet presAssocID="{4BC7A521-87F6-41BF-9BCC-EBC79A332EE5}"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uzzle"/>
        </a:ext>
      </dgm:extLst>
    </dgm:pt>
    <dgm:pt modelId="{8705D885-7BA1-4321-B7A7-4CF4F70F2496}" type="pres">
      <dgm:prSet presAssocID="{4BC7A521-87F6-41BF-9BCC-EBC79A332EE5}" presName="spaceRect" presStyleCnt="0"/>
      <dgm:spPr/>
    </dgm:pt>
    <dgm:pt modelId="{AF5B6D86-7D9C-49DE-B50B-7903BFB9E645}" type="pres">
      <dgm:prSet presAssocID="{4BC7A521-87F6-41BF-9BCC-EBC79A332EE5}" presName="parTx" presStyleLbl="revTx" presStyleIdx="1" presStyleCnt="6">
        <dgm:presLayoutVars>
          <dgm:chMax val="0"/>
          <dgm:chPref val="0"/>
        </dgm:presLayoutVars>
      </dgm:prSet>
      <dgm:spPr/>
    </dgm:pt>
    <dgm:pt modelId="{517E7196-E8EB-457E-872D-6ACC29FB1933}" type="pres">
      <dgm:prSet presAssocID="{F6F70167-6395-4DFF-90C0-747826AA3670}" presName="sibTrans" presStyleCnt="0"/>
      <dgm:spPr/>
    </dgm:pt>
    <dgm:pt modelId="{F9BE342A-CC0F-4794-A73C-A53C9EEF57BE}" type="pres">
      <dgm:prSet presAssocID="{4CEF34C6-A4CD-4EEF-AA52-5D94D96A729E}" presName="compNode" presStyleCnt="0"/>
      <dgm:spPr/>
    </dgm:pt>
    <dgm:pt modelId="{508AF45C-46E3-476C-81DC-AA3C24907388}" type="pres">
      <dgm:prSet presAssocID="{4CEF34C6-A4CD-4EEF-AA52-5D94D96A729E}" presName="bgRect" presStyleLbl="bgShp" presStyleIdx="2" presStyleCnt="6"/>
      <dgm:spPr/>
    </dgm:pt>
    <dgm:pt modelId="{3DEE385E-8BB2-432C-BEF4-93D6198A6ACA}" type="pres">
      <dgm:prSet presAssocID="{4CEF34C6-A4CD-4EEF-AA52-5D94D96A729E}"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on Shelf"/>
        </a:ext>
      </dgm:extLst>
    </dgm:pt>
    <dgm:pt modelId="{62E07B4D-8A0D-4C6D-AB1E-B45D73A9185A}" type="pres">
      <dgm:prSet presAssocID="{4CEF34C6-A4CD-4EEF-AA52-5D94D96A729E}" presName="spaceRect" presStyleCnt="0"/>
      <dgm:spPr/>
    </dgm:pt>
    <dgm:pt modelId="{28EAE8BE-2B1D-46E8-AABE-D7C065B07239}" type="pres">
      <dgm:prSet presAssocID="{4CEF34C6-A4CD-4EEF-AA52-5D94D96A729E}" presName="parTx" presStyleLbl="revTx" presStyleIdx="2" presStyleCnt="6">
        <dgm:presLayoutVars>
          <dgm:chMax val="0"/>
          <dgm:chPref val="0"/>
        </dgm:presLayoutVars>
      </dgm:prSet>
      <dgm:spPr/>
    </dgm:pt>
    <dgm:pt modelId="{75D08C15-E258-41C8-81B4-046DB735CE31}" type="pres">
      <dgm:prSet presAssocID="{75122A11-66BD-436F-9916-43D913F19B94}" presName="sibTrans" presStyleCnt="0"/>
      <dgm:spPr/>
    </dgm:pt>
    <dgm:pt modelId="{F160117B-2032-4611-BD6A-E8CFE8E7B9F3}" type="pres">
      <dgm:prSet presAssocID="{79A1A51A-B747-4526-8DEB-C898FD2ADADE}" presName="compNode" presStyleCnt="0"/>
      <dgm:spPr/>
    </dgm:pt>
    <dgm:pt modelId="{0AE31502-77E4-42A1-BC17-AA8541170DE0}" type="pres">
      <dgm:prSet presAssocID="{79A1A51A-B747-4526-8DEB-C898FD2ADADE}" presName="bgRect" presStyleLbl="bgShp" presStyleIdx="3" presStyleCnt="6"/>
      <dgm:spPr/>
    </dgm:pt>
    <dgm:pt modelId="{5E9F6192-748F-4202-BB48-5847F9A02CF3}" type="pres">
      <dgm:prSet presAssocID="{79A1A51A-B747-4526-8DEB-C898FD2ADADE}"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Questions"/>
        </a:ext>
      </dgm:extLst>
    </dgm:pt>
    <dgm:pt modelId="{BD62B2C5-D4C7-4C50-9514-2494442563A3}" type="pres">
      <dgm:prSet presAssocID="{79A1A51A-B747-4526-8DEB-C898FD2ADADE}" presName="spaceRect" presStyleCnt="0"/>
      <dgm:spPr/>
    </dgm:pt>
    <dgm:pt modelId="{48A4BD89-B3C3-4B20-9AAA-C4FE7C173645}" type="pres">
      <dgm:prSet presAssocID="{79A1A51A-B747-4526-8DEB-C898FD2ADADE}" presName="parTx" presStyleLbl="revTx" presStyleIdx="3" presStyleCnt="6">
        <dgm:presLayoutVars>
          <dgm:chMax val="0"/>
          <dgm:chPref val="0"/>
        </dgm:presLayoutVars>
      </dgm:prSet>
      <dgm:spPr/>
    </dgm:pt>
    <dgm:pt modelId="{CFDE8FFA-3108-4E05-8EB0-D003124549B6}" type="pres">
      <dgm:prSet presAssocID="{1F7260AF-AA67-4DA9-AF0A-FCA3A693DB7F}" presName="sibTrans" presStyleCnt="0"/>
      <dgm:spPr/>
    </dgm:pt>
    <dgm:pt modelId="{1C705779-3073-455F-8EAB-D3CE77C30838}" type="pres">
      <dgm:prSet presAssocID="{37567894-32AF-4EA9-8F55-6E0C39016964}" presName="compNode" presStyleCnt="0"/>
      <dgm:spPr/>
    </dgm:pt>
    <dgm:pt modelId="{CA4EFA92-2AF6-41F0-89B4-E333EC8ECB2C}" type="pres">
      <dgm:prSet presAssocID="{37567894-32AF-4EA9-8F55-6E0C39016964}" presName="bgRect" presStyleLbl="bgShp" presStyleIdx="4" presStyleCnt="6"/>
      <dgm:spPr/>
    </dgm:pt>
    <dgm:pt modelId="{1123C0CF-56B5-42F4-96A8-0BFBC8664C12}" type="pres">
      <dgm:prSet presAssocID="{37567894-32AF-4EA9-8F55-6E0C39016964}"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ullseye"/>
        </a:ext>
      </dgm:extLst>
    </dgm:pt>
    <dgm:pt modelId="{3A56262E-67D5-48C3-80AF-7047F9C1296A}" type="pres">
      <dgm:prSet presAssocID="{37567894-32AF-4EA9-8F55-6E0C39016964}" presName="spaceRect" presStyleCnt="0"/>
      <dgm:spPr/>
    </dgm:pt>
    <dgm:pt modelId="{F12BB289-EE4F-4115-BC82-8C8B5FBDAF3C}" type="pres">
      <dgm:prSet presAssocID="{37567894-32AF-4EA9-8F55-6E0C39016964}" presName="parTx" presStyleLbl="revTx" presStyleIdx="4" presStyleCnt="6">
        <dgm:presLayoutVars>
          <dgm:chMax val="0"/>
          <dgm:chPref val="0"/>
        </dgm:presLayoutVars>
      </dgm:prSet>
      <dgm:spPr/>
    </dgm:pt>
    <dgm:pt modelId="{6E6366B8-F3CF-400B-AC41-BC753CD2428B}" type="pres">
      <dgm:prSet presAssocID="{2D34933E-3739-4785-9BD4-1257CE82E9BD}" presName="sibTrans" presStyleCnt="0"/>
      <dgm:spPr/>
    </dgm:pt>
    <dgm:pt modelId="{641E6F1B-D6C5-426E-8E9A-9341FCFA8282}" type="pres">
      <dgm:prSet presAssocID="{5A5FD13F-6E26-4272-88EE-D161CC81F87C}" presName="compNode" presStyleCnt="0"/>
      <dgm:spPr/>
    </dgm:pt>
    <dgm:pt modelId="{302D1598-70C3-4FB5-9BAB-1716B99CD164}" type="pres">
      <dgm:prSet presAssocID="{5A5FD13F-6E26-4272-88EE-D161CC81F87C}" presName="bgRect" presStyleLbl="bgShp" presStyleIdx="5" presStyleCnt="6"/>
      <dgm:spPr/>
    </dgm:pt>
    <dgm:pt modelId="{F29A2C67-A882-4736-8C37-80B2116CE71A}" type="pres">
      <dgm:prSet presAssocID="{5A5FD13F-6E26-4272-88EE-D161CC81F87C}"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Tanabata Tree"/>
        </a:ext>
      </dgm:extLst>
    </dgm:pt>
    <dgm:pt modelId="{7A5C0E97-B8CA-4162-AFBF-88CBB07A33C5}" type="pres">
      <dgm:prSet presAssocID="{5A5FD13F-6E26-4272-88EE-D161CC81F87C}" presName="spaceRect" presStyleCnt="0"/>
      <dgm:spPr/>
    </dgm:pt>
    <dgm:pt modelId="{740B08A2-4F64-4565-9E30-FE6304E3515E}" type="pres">
      <dgm:prSet presAssocID="{5A5FD13F-6E26-4272-88EE-D161CC81F87C}" presName="parTx" presStyleLbl="revTx" presStyleIdx="5" presStyleCnt="6">
        <dgm:presLayoutVars>
          <dgm:chMax val="0"/>
          <dgm:chPref val="0"/>
        </dgm:presLayoutVars>
      </dgm:prSet>
      <dgm:spPr/>
    </dgm:pt>
  </dgm:ptLst>
  <dgm:cxnLst>
    <dgm:cxn modelId="{45E31D04-0D00-498C-AB9A-43AC24D9E131}" type="presOf" srcId="{5A5FD13F-6E26-4272-88EE-D161CC81F87C}" destId="{740B08A2-4F64-4565-9E30-FE6304E3515E}" srcOrd="0" destOrd="0" presId="urn:microsoft.com/office/officeart/2018/2/layout/IconVerticalSolidList"/>
    <dgm:cxn modelId="{29BB6108-49DC-43EA-BABE-AAEE65DEE313}" type="presOf" srcId="{C8C4EA40-1ACB-4533-AEA7-85BBFEC69237}" destId="{DF4FC406-DBBE-4175-AE9D-63C10F2ACBEB}" srcOrd="0" destOrd="0" presId="urn:microsoft.com/office/officeart/2018/2/layout/IconVerticalSolidList"/>
    <dgm:cxn modelId="{30EE1B11-5DD2-4328-B350-E7BE896C684C}" srcId="{C8C4EA40-1ACB-4533-AEA7-85BBFEC69237}" destId="{4CEF34C6-A4CD-4EEF-AA52-5D94D96A729E}" srcOrd="2" destOrd="0" parTransId="{FC11FDE7-93D8-4DD6-B59B-02D15B17ECAF}" sibTransId="{75122A11-66BD-436F-9916-43D913F19B94}"/>
    <dgm:cxn modelId="{7F7A8821-F045-4057-9C81-102170B08D38}" srcId="{C8C4EA40-1ACB-4533-AEA7-85BBFEC69237}" destId="{4BC7A521-87F6-41BF-9BCC-EBC79A332EE5}" srcOrd="1" destOrd="0" parTransId="{FED66AA5-B726-4C74-8C9E-221BFA299418}" sibTransId="{F6F70167-6395-4DFF-90C0-747826AA3670}"/>
    <dgm:cxn modelId="{BFF68A28-C4E2-4B03-9024-8491ABBD8D5E}" type="presOf" srcId="{79A1A51A-B747-4526-8DEB-C898FD2ADADE}" destId="{48A4BD89-B3C3-4B20-9AAA-C4FE7C173645}" srcOrd="0" destOrd="0" presId="urn:microsoft.com/office/officeart/2018/2/layout/IconVerticalSolidList"/>
    <dgm:cxn modelId="{E0C3522A-5C4D-4359-BBF3-8C49B7100227}" type="presOf" srcId="{4CEF34C6-A4CD-4EEF-AA52-5D94D96A729E}" destId="{28EAE8BE-2B1D-46E8-AABE-D7C065B07239}" srcOrd="0" destOrd="0" presId="urn:microsoft.com/office/officeart/2018/2/layout/IconVerticalSolidList"/>
    <dgm:cxn modelId="{74E5E92E-C9CD-465C-8BC2-F013B0DD09BE}" srcId="{C8C4EA40-1ACB-4533-AEA7-85BBFEC69237}" destId="{37567894-32AF-4EA9-8F55-6E0C39016964}" srcOrd="4" destOrd="0" parTransId="{734BE7DF-4451-466D-B412-5B225B89B30D}" sibTransId="{2D34933E-3739-4785-9BD4-1257CE82E9BD}"/>
    <dgm:cxn modelId="{62299E39-A0B2-4290-90E1-DD6BD7F7E51D}" type="presOf" srcId="{4BC7A521-87F6-41BF-9BCC-EBC79A332EE5}" destId="{AF5B6D86-7D9C-49DE-B50B-7903BFB9E645}" srcOrd="0" destOrd="0" presId="urn:microsoft.com/office/officeart/2018/2/layout/IconVerticalSolidList"/>
    <dgm:cxn modelId="{8BE6D73F-6D6A-498C-AA99-FA4B63445725}" type="presOf" srcId="{37567894-32AF-4EA9-8F55-6E0C39016964}" destId="{F12BB289-EE4F-4115-BC82-8C8B5FBDAF3C}" srcOrd="0" destOrd="0" presId="urn:microsoft.com/office/officeart/2018/2/layout/IconVerticalSolidList"/>
    <dgm:cxn modelId="{34594B56-732B-48D4-A8A3-97FC7B36CDFD}" srcId="{C8C4EA40-1ACB-4533-AEA7-85BBFEC69237}" destId="{79A1A51A-B747-4526-8DEB-C898FD2ADADE}" srcOrd="3" destOrd="0" parTransId="{30E90950-C849-46C8-97D6-095406B119DF}" sibTransId="{1F7260AF-AA67-4DA9-AF0A-FCA3A693DB7F}"/>
    <dgm:cxn modelId="{F6894C87-33A2-4ED4-B39B-23F26B73423B}" srcId="{C8C4EA40-1ACB-4533-AEA7-85BBFEC69237}" destId="{D9F48EBA-BECB-4BF6-9B59-2BDD5D025970}" srcOrd="0" destOrd="0" parTransId="{A897CAA7-09BA-4C58-BD3B-193715ABEFEA}" sibTransId="{3CB316E0-2855-43ED-87C7-DEBACFB318A0}"/>
    <dgm:cxn modelId="{0CE1AEDA-22AB-464F-B6C5-1753A2F0D4A7}" type="presOf" srcId="{D9F48EBA-BECB-4BF6-9B59-2BDD5D025970}" destId="{D72046E7-16C8-4E2A-B54C-AA64ABEC7171}" srcOrd="0" destOrd="0" presId="urn:microsoft.com/office/officeart/2018/2/layout/IconVerticalSolidList"/>
    <dgm:cxn modelId="{C70320FA-5CAC-45B2-8F45-47EBF77FF5B8}" srcId="{C8C4EA40-1ACB-4533-AEA7-85BBFEC69237}" destId="{5A5FD13F-6E26-4272-88EE-D161CC81F87C}" srcOrd="5" destOrd="0" parTransId="{23F589F5-0695-49A0-AACB-18ED68316C48}" sibTransId="{80C3A303-7B2E-410A-AFDE-6D22C00AB44D}"/>
    <dgm:cxn modelId="{CA3E86AD-4C5C-4075-BDF0-B76514CA61D4}" type="presParOf" srcId="{DF4FC406-DBBE-4175-AE9D-63C10F2ACBEB}" destId="{6E232CF7-9EB1-47F9-AE49-CCD5E9663953}" srcOrd="0" destOrd="0" presId="urn:microsoft.com/office/officeart/2018/2/layout/IconVerticalSolidList"/>
    <dgm:cxn modelId="{3FE86BE1-1DBC-4AE2-9177-3DF354560949}" type="presParOf" srcId="{6E232CF7-9EB1-47F9-AE49-CCD5E9663953}" destId="{49473641-B8DF-4879-B1CB-F9D2DA5A506E}" srcOrd="0" destOrd="0" presId="urn:microsoft.com/office/officeart/2018/2/layout/IconVerticalSolidList"/>
    <dgm:cxn modelId="{FBA825FB-42A6-438B-85C6-76391CBA1335}" type="presParOf" srcId="{6E232CF7-9EB1-47F9-AE49-CCD5E9663953}" destId="{9247016E-3D15-45DD-86C5-ED1BBA280DDA}" srcOrd="1" destOrd="0" presId="urn:microsoft.com/office/officeart/2018/2/layout/IconVerticalSolidList"/>
    <dgm:cxn modelId="{28CC3F02-7D88-4843-BC17-30CC08442063}" type="presParOf" srcId="{6E232CF7-9EB1-47F9-AE49-CCD5E9663953}" destId="{7207B672-AEB2-406C-8D28-5BE1124F3A36}" srcOrd="2" destOrd="0" presId="urn:microsoft.com/office/officeart/2018/2/layout/IconVerticalSolidList"/>
    <dgm:cxn modelId="{7CE27FD9-0930-413E-94CE-D48493CE78FC}" type="presParOf" srcId="{6E232CF7-9EB1-47F9-AE49-CCD5E9663953}" destId="{D72046E7-16C8-4E2A-B54C-AA64ABEC7171}" srcOrd="3" destOrd="0" presId="urn:microsoft.com/office/officeart/2018/2/layout/IconVerticalSolidList"/>
    <dgm:cxn modelId="{010B1330-E7EB-4BA1-A510-1726DB791B0A}" type="presParOf" srcId="{DF4FC406-DBBE-4175-AE9D-63C10F2ACBEB}" destId="{2E256A0F-9963-43C5-A988-D12082CCA59C}" srcOrd="1" destOrd="0" presId="urn:microsoft.com/office/officeart/2018/2/layout/IconVerticalSolidList"/>
    <dgm:cxn modelId="{EF109548-AA71-4397-BB30-B96EEBDB0D07}" type="presParOf" srcId="{DF4FC406-DBBE-4175-AE9D-63C10F2ACBEB}" destId="{6980CC21-9B42-4917-9E28-EF40C516EDC0}" srcOrd="2" destOrd="0" presId="urn:microsoft.com/office/officeart/2018/2/layout/IconVerticalSolidList"/>
    <dgm:cxn modelId="{0254AD70-01D0-4CE3-AFDA-3AE1E4879FBF}" type="presParOf" srcId="{6980CC21-9B42-4917-9E28-EF40C516EDC0}" destId="{9739F2FE-2DD5-4CBF-9AA0-E7657AAE766B}" srcOrd="0" destOrd="0" presId="urn:microsoft.com/office/officeart/2018/2/layout/IconVerticalSolidList"/>
    <dgm:cxn modelId="{ECF38BDC-4794-44B6-AB63-D69D89D0277A}" type="presParOf" srcId="{6980CC21-9B42-4917-9E28-EF40C516EDC0}" destId="{734D5518-743D-4EAB-A8EF-DDF513CB1560}" srcOrd="1" destOrd="0" presId="urn:microsoft.com/office/officeart/2018/2/layout/IconVerticalSolidList"/>
    <dgm:cxn modelId="{C6A8AA3E-8F9D-4DA5-B5C5-4514A458F6C3}" type="presParOf" srcId="{6980CC21-9B42-4917-9E28-EF40C516EDC0}" destId="{8705D885-7BA1-4321-B7A7-4CF4F70F2496}" srcOrd="2" destOrd="0" presId="urn:microsoft.com/office/officeart/2018/2/layout/IconVerticalSolidList"/>
    <dgm:cxn modelId="{92B7C6F5-8905-41F5-951F-A71C43170486}" type="presParOf" srcId="{6980CC21-9B42-4917-9E28-EF40C516EDC0}" destId="{AF5B6D86-7D9C-49DE-B50B-7903BFB9E645}" srcOrd="3" destOrd="0" presId="urn:microsoft.com/office/officeart/2018/2/layout/IconVerticalSolidList"/>
    <dgm:cxn modelId="{B2B622D5-B6DD-4843-9D46-DBE0E7EF792F}" type="presParOf" srcId="{DF4FC406-DBBE-4175-AE9D-63C10F2ACBEB}" destId="{517E7196-E8EB-457E-872D-6ACC29FB1933}" srcOrd="3" destOrd="0" presId="urn:microsoft.com/office/officeart/2018/2/layout/IconVerticalSolidList"/>
    <dgm:cxn modelId="{07EF3970-6580-46A6-887B-76FCCDB87AF3}" type="presParOf" srcId="{DF4FC406-DBBE-4175-AE9D-63C10F2ACBEB}" destId="{F9BE342A-CC0F-4794-A73C-A53C9EEF57BE}" srcOrd="4" destOrd="0" presId="urn:microsoft.com/office/officeart/2018/2/layout/IconVerticalSolidList"/>
    <dgm:cxn modelId="{D8616ACD-C538-4D59-88CC-61E7264C97C2}" type="presParOf" srcId="{F9BE342A-CC0F-4794-A73C-A53C9EEF57BE}" destId="{508AF45C-46E3-476C-81DC-AA3C24907388}" srcOrd="0" destOrd="0" presId="urn:microsoft.com/office/officeart/2018/2/layout/IconVerticalSolidList"/>
    <dgm:cxn modelId="{0FC30E9E-3D9D-4889-8BBF-E4DFF5F7CED9}" type="presParOf" srcId="{F9BE342A-CC0F-4794-A73C-A53C9EEF57BE}" destId="{3DEE385E-8BB2-432C-BEF4-93D6198A6ACA}" srcOrd="1" destOrd="0" presId="urn:microsoft.com/office/officeart/2018/2/layout/IconVerticalSolidList"/>
    <dgm:cxn modelId="{7236E02A-84A7-43EC-8C5D-F553CEE4692A}" type="presParOf" srcId="{F9BE342A-CC0F-4794-A73C-A53C9EEF57BE}" destId="{62E07B4D-8A0D-4C6D-AB1E-B45D73A9185A}" srcOrd="2" destOrd="0" presId="urn:microsoft.com/office/officeart/2018/2/layout/IconVerticalSolidList"/>
    <dgm:cxn modelId="{66BB34F9-E6ED-4026-8B42-DE8C2B6B2FF5}" type="presParOf" srcId="{F9BE342A-CC0F-4794-A73C-A53C9EEF57BE}" destId="{28EAE8BE-2B1D-46E8-AABE-D7C065B07239}" srcOrd="3" destOrd="0" presId="urn:microsoft.com/office/officeart/2018/2/layout/IconVerticalSolidList"/>
    <dgm:cxn modelId="{568F0F88-3EDC-40B3-8437-0202A518522A}" type="presParOf" srcId="{DF4FC406-DBBE-4175-AE9D-63C10F2ACBEB}" destId="{75D08C15-E258-41C8-81B4-046DB735CE31}" srcOrd="5" destOrd="0" presId="urn:microsoft.com/office/officeart/2018/2/layout/IconVerticalSolidList"/>
    <dgm:cxn modelId="{5853B42F-E8EC-4BC6-88B1-0E7513FC5616}" type="presParOf" srcId="{DF4FC406-DBBE-4175-AE9D-63C10F2ACBEB}" destId="{F160117B-2032-4611-BD6A-E8CFE8E7B9F3}" srcOrd="6" destOrd="0" presId="urn:microsoft.com/office/officeart/2018/2/layout/IconVerticalSolidList"/>
    <dgm:cxn modelId="{729BA4CF-A8E9-44CB-84D6-A5123E952575}" type="presParOf" srcId="{F160117B-2032-4611-BD6A-E8CFE8E7B9F3}" destId="{0AE31502-77E4-42A1-BC17-AA8541170DE0}" srcOrd="0" destOrd="0" presId="urn:microsoft.com/office/officeart/2018/2/layout/IconVerticalSolidList"/>
    <dgm:cxn modelId="{377F8BFF-9797-4F37-A295-B7B0F9263630}" type="presParOf" srcId="{F160117B-2032-4611-BD6A-E8CFE8E7B9F3}" destId="{5E9F6192-748F-4202-BB48-5847F9A02CF3}" srcOrd="1" destOrd="0" presId="urn:microsoft.com/office/officeart/2018/2/layout/IconVerticalSolidList"/>
    <dgm:cxn modelId="{D6754BFC-783C-434F-9E65-CE3F34D49A4F}" type="presParOf" srcId="{F160117B-2032-4611-BD6A-E8CFE8E7B9F3}" destId="{BD62B2C5-D4C7-4C50-9514-2494442563A3}" srcOrd="2" destOrd="0" presId="urn:microsoft.com/office/officeart/2018/2/layout/IconVerticalSolidList"/>
    <dgm:cxn modelId="{C4C4C793-A1D2-4A8F-B235-1657B6FCBB7C}" type="presParOf" srcId="{F160117B-2032-4611-BD6A-E8CFE8E7B9F3}" destId="{48A4BD89-B3C3-4B20-9AAA-C4FE7C173645}" srcOrd="3" destOrd="0" presId="urn:microsoft.com/office/officeart/2018/2/layout/IconVerticalSolidList"/>
    <dgm:cxn modelId="{26CFC786-C5C3-4E6B-B146-48F3E2F9C361}" type="presParOf" srcId="{DF4FC406-DBBE-4175-AE9D-63C10F2ACBEB}" destId="{CFDE8FFA-3108-4E05-8EB0-D003124549B6}" srcOrd="7" destOrd="0" presId="urn:microsoft.com/office/officeart/2018/2/layout/IconVerticalSolidList"/>
    <dgm:cxn modelId="{58882234-8331-41EC-8F44-2E1A671270A3}" type="presParOf" srcId="{DF4FC406-DBBE-4175-AE9D-63C10F2ACBEB}" destId="{1C705779-3073-455F-8EAB-D3CE77C30838}" srcOrd="8" destOrd="0" presId="urn:microsoft.com/office/officeart/2018/2/layout/IconVerticalSolidList"/>
    <dgm:cxn modelId="{85013B0A-87A7-4B97-8ADD-586673419CD3}" type="presParOf" srcId="{1C705779-3073-455F-8EAB-D3CE77C30838}" destId="{CA4EFA92-2AF6-41F0-89B4-E333EC8ECB2C}" srcOrd="0" destOrd="0" presId="urn:microsoft.com/office/officeart/2018/2/layout/IconVerticalSolidList"/>
    <dgm:cxn modelId="{6A302CBA-4099-47CA-A61D-2988D5967CDE}" type="presParOf" srcId="{1C705779-3073-455F-8EAB-D3CE77C30838}" destId="{1123C0CF-56B5-42F4-96A8-0BFBC8664C12}" srcOrd="1" destOrd="0" presId="urn:microsoft.com/office/officeart/2018/2/layout/IconVerticalSolidList"/>
    <dgm:cxn modelId="{7F4F25BE-2DD1-478B-ABAC-8150F0E84DA7}" type="presParOf" srcId="{1C705779-3073-455F-8EAB-D3CE77C30838}" destId="{3A56262E-67D5-48C3-80AF-7047F9C1296A}" srcOrd="2" destOrd="0" presId="urn:microsoft.com/office/officeart/2018/2/layout/IconVerticalSolidList"/>
    <dgm:cxn modelId="{175A403B-73EA-4413-A541-A2623136F018}" type="presParOf" srcId="{1C705779-3073-455F-8EAB-D3CE77C30838}" destId="{F12BB289-EE4F-4115-BC82-8C8B5FBDAF3C}" srcOrd="3" destOrd="0" presId="urn:microsoft.com/office/officeart/2018/2/layout/IconVerticalSolidList"/>
    <dgm:cxn modelId="{0C6CAC6E-F8D8-4311-8288-C00B76C2EEB8}" type="presParOf" srcId="{DF4FC406-DBBE-4175-AE9D-63C10F2ACBEB}" destId="{6E6366B8-F3CF-400B-AC41-BC753CD2428B}" srcOrd="9" destOrd="0" presId="urn:microsoft.com/office/officeart/2018/2/layout/IconVerticalSolidList"/>
    <dgm:cxn modelId="{1F620DBE-1D76-414E-9598-4E1887D5169E}" type="presParOf" srcId="{DF4FC406-DBBE-4175-AE9D-63C10F2ACBEB}" destId="{641E6F1B-D6C5-426E-8E9A-9341FCFA8282}" srcOrd="10" destOrd="0" presId="urn:microsoft.com/office/officeart/2018/2/layout/IconVerticalSolidList"/>
    <dgm:cxn modelId="{12EBD7A0-081E-411B-B561-D9E45D66D86D}" type="presParOf" srcId="{641E6F1B-D6C5-426E-8E9A-9341FCFA8282}" destId="{302D1598-70C3-4FB5-9BAB-1716B99CD164}" srcOrd="0" destOrd="0" presId="urn:microsoft.com/office/officeart/2018/2/layout/IconVerticalSolidList"/>
    <dgm:cxn modelId="{5D24067D-770C-4211-A2A2-7C17068161CB}" type="presParOf" srcId="{641E6F1B-D6C5-426E-8E9A-9341FCFA8282}" destId="{F29A2C67-A882-4736-8C37-80B2116CE71A}" srcOrd="1" destOrd="0" presId="urn:microsoft.com/office/officeart/2018/2/layout/IconVerticalSolidList"/>
    <dgm:cxn modelId="{96382DD0-DAA2-43E0-ACF1-986745A5A83A}" type="presParOf" srcId="{641E6F1B-D6C5-426E-8E9A-9341FCFA8282}" destId="{7A5C0E97-B8CA-4162-AFBF-88CBB07A33C5}" srcOrd="2" destOrd="0" presId="urn:microsoft.com/office/officeart/2018/2/layout/IconVerticalSolidList"/>
    <dgm:cxn modelId="{C4DB5769-79EA-4EF6-9C66-FF4DBB254175}" type="presParOf" srcId="{641E6F1B-D6C5-426E-8E9A-9341FCFA8282}" destId="{740B08A2-4F64-4565-9E30-FE6304E3515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9F846A0-B406-4C96-B3F2-AA803AD1089D}" type="doc">
      <dgm:prSet loTypeId="urn:microsoft.com/office/officeart/2016/7/layout/RepeatingBendingProcessNew" loCatId="process" qsTypeId="urn:microsoft.com/office/officeart/2005/8/quickstyle/simple1" qsCatId="simple" csTypeId="urn:microsoft.com/office/officeart/2005/8/colors/colorful5" csCatId="colorful"/>
      <dgm:spPr/>
      <dgm:t>
        <a:bodyPr/>
        <a:lstStyle/>
        <a:p>
          <a:endParaRPr lang="en-US"/>
        </a:p>
      </dgm:t>
    </dgm:pt>
    <dgm:pt modelId="{09616FD1-6DC1-4275-B391-C2454DE8C657}">
      <dgm:prSet/>
      <dgm:spPr/>
      <dgm:t>
        <a:bodyPr/>
        <a:lstStyle/>
        <a:p>
          <a:r>
            <a:rPr lang="tr-TR" b="1" dirty="0"/>
            <a:t>Başlatıcı:</a:t>
          </a:r>
          <a:r>
            <a:rPr lang="tr-TR" dirty="0"/>
            <a:t> SAAS ilgili bir icra takibi sonrası </a:t>
          </a:r>
          <a:endParaRPr lang="en-US" dirty="0"/>
        </a:p>
      </dgm:t>
    </dgm:pt>
    <dgm:pt modelId="{CFF5B8E5-D9B6-44B4-8807-1CB9B498047C}" type="parTrans" cxnId="{B5D782D5-3B56-4473-B3A5-21E542095C04}">
      <dgm:prSet/>
      <dgm:spPr/>
      <dgm:t>
        <a:bodyPr/>
        <a:lstStyle/>
        <a:p>
          <a:endParaRPr lang="en-US"/>
        </a:p>
      </dgm:t>
    </dgm:pt>
    <dgm:pt modelId="{BD877B05-63BD-4069-AD75-A5F1D82FB8C4}" type="sibTrans" cxnId="{B5D782D5-3B56-4473-B3A5-21E542095C04}">
      <dgm:prSet/>
      <dgm:spPr/>
      <dgm:t>
        <a:bodyPr/>
        <a:lstStyle/>
        <a:p>
          <a:endParaRPr lang="en-US"/>
        </a:p>
      </dgm:t>
    </dgm:pt>
    <dgm:pt modelId="{61368C92-EB52-411E-9274-20CF05713812}">
      <dgm:prSet/>
      <dgm:spPr/>
      <dgm:t>
        <a:bodyPr/>
        <a:lstStyle/>
        <a:p>
          <a:r>
            <a:rPr lang="tr-TR" b="1" dirty="0"/>
            <a:t>Kaynakların sağlanması: </a:t>
          </a:r>
          <a:r>
            <a:rPr lang="tr-TR" dirty="0"/>
            <a:t>İlgili tarafların veya kaynakların belirlenmesi</a:t>
          </a:r>
          <a:endParaRPr lang="en-US" dirty="0"/>
        </a:p>
      </dgm:t>
    </dgm:pt>
    <dgm:pt modelId="{BB870681-B791-470B-BF3F-480096B51EE8}" type="parTrans" cxnId="{01B2D16A-4BE4-4659-8258-5D9786222E78}">
      <dgm:prSet/>
      <dgm:spPr/>
      <dgm:t>
        <a:bodyPr/>
        <a:lstStyle/>
        <a:p>
          <a:endParaRPr lang="en-US"/>
        </a:p>
      </dgm:t>
    </dgm:pt>
    <dgm:pt modelId="{87702163-9E72-4B1F-BF97-C3933F62252C}" type="sibTrans" cxnId="{01B2D16A-4BE4-4659-8258-5D9786222E78}">
      <dgm:prSet/>
      <dgm:spPr/>
      <dgm:t>
        <a:bodyPr/>
        <a:lstStyle/>
        <a:p>
          <a:endParaRPr lang="en-US"/>
        </a:p>
      </dgm:t>
    </dgm:pt>
    <dgm:pt modelId="{34F743B8-56BF-4CE2-B54B-FCD3FF2F4951}">
      <dgm:prSet/>
      <dgm:spPr/>
      <dgm:t>
        <a:bodyPr/>
        <a:lstStyle/>
        <a:p>
          <a:r>
            <a:rPr lang="tr-TR" b="1" dirty="0"/>
            <a:t>Eylemin başlatılması: </a:t>
          </a:r>
          <a:r>
            <a:rPr lang="tr-TR" dirty="0"/>
            <a:t>Taraflar veya kaynaklarla ilgili gereken eylemin tespiti</a:t>
          </a:r>
          <a:endParaRPr lang="en-US" dirty="0"/>
        </a:p>
      </dgm:t>
    </dgm:pt>
    <dgm:pt modelId="{B63B8E72-DF6E-44FE-B3B8-4E744A578A4B}" type="parTrans" cxnId="{8E97D132-A34E-4FFF-8564-09DE43F4F338}">
      <dgm:prSet/>
      <dgm:spPr/>
      <dgm:t>
        <a:bodyPr/>
        <a:lstStyle/>
        <a:p>
          <a:endParaRPr lang="en-US"/>
        </a:p>
      </dgm:t>
    </dgm:pt>
    <dgm:pt modelId="{7847633B-778A-4826-8089-50C74AAD7522}" type="sibTrans" cxnId="{8E97D132-A34E-4FFF-8564-09DE43F4F338}">
      <dgm:prSet/>
      <dgm:spPr/>
      <dgm:t>
        <a:bodyPr/>
        <a:lstStyle/>
        <a:p>
          <a:endParaRPr lang="en-US"/>
        </a:p>
      </dgm:t>
    </dgm:pt>
    <dgm:pt modelId="{9A281C09-E1E8-4E9B-B247-320174DFFDFF}">
      <dgm:prSet/>
      <dgm:spPr/>
      <dgm:t>
        <a:bodyPr/>
        <a:lstStyle/>
        <a:p>
          <a:r>
            <a:rPr lang="tr-TR" b="1" dirty="0"/>
            <a:t>Dönüşümün ortaya çıkması: </a:t>
          </a:r>
          <a:r>
            <a:rPr lang="tr-TR" dirty="0"/>
            <a:t> Tespit edilen eylemin gerçekleştirilmesi ve </a:t>
          </a:r>
          <a:endParaRPr lang="en-US" dirty="0"/>
        </a:p>
      </dgm:t>
    </dgm:pt>
    <dgm:pt modelId="{6D59E46A-4C84-4F48-8884-1EDDED4280EA}" type="parTrans" cxnId="{365CCC87-A9F6-4AE6-9676-C744D4CEE586}">
      <dgm:prSet/>
      <dgm:spPr/>
      <dgm:t>
        <a:bodyPr/>
        <a:lstStyle/>
        <a:p>
          <a:endParaRPr lang="en-US"/>
        </a:p>
      </dgm:t>
    </dgm:pt>
    <dgm:pt modelId="{D7491455-5FF2-469E-9386-2CB29FBABA9E}" type="sibTrans" cxnId="{365CCC87-A9F6-4AE6-9676-C744D4CEE586}">
      <dgm:prSet/>
      <dgm:spPr/>
      <dgm:t>
        <a:bodyPr/>
        <a:lstStyle/>
        <a:p>
          <a:endParaRPr lang="en-US"/>
        </a:p>
      </dgm:t>
    </dgm:pt>
    <dgm:pt modelId="{1F438BBE-B18B-4D45-A905-A3749B8FB7FB}">
      <dgm:prSet custT="1"/>
      <dgm:spPr/>
      <dgm:t>
        <a:bodyPr/>
        <a:lstStyle/>
        <a:p>
          <a:r>
            <a:rPr lang="tr-TR" sz="1050" b="1" dirty="0"/>
            <a:t>Ürünün gelişmesi: </a:t>
          </a:r>
          <a:r>
            <a:rPr lang="tr-TR" sz="1050" dirty="0"/>
            <a:t>  sonucun kayıtlara alınarak infazın gerçekleştirilmesi ve duyurulması ve işleri biten davalarla ilgili karar, belge ve evrakı düzenli bir şekilde muhafaza etmek, arşivlemek ve yasal süresi boyunca saklamak.</a:t>
          </a:r>
          <a:endParaRPr lang="en-US" sz="1050" dirty="0"/>
        </a:p>
      </dgm:t>
    </dgm:pt>
    <dgm:pt modelId="{F75172FE-F35D-4DC0-A839-61CB1BB0E8AB}" type="parTrans" cxnId="{AB3A8BBA-3F5D-4236-9412-F2E67C449D4A}">
      <dgm:prSet/>
      <dgm:spPr/>
      <dgm:t>
        <a:bodyPr/>
        <a:lstStyle/>
        <a:p>
          <a:endParaRPr lang="en-US"/>
        </a:p>
      </dgm:t>
    </dgm:pt>
    <dgm:pt modelId="{8D29D7FB-3C7E-440B-A05A-7BD72A69226C}" type="sibTrans" cxnId="{AB3A8BBA-3F5D-4236-9412-F2E67C449D4A}">
      <dgm:prSet/>
      <dgm:spPr/>
      <dgm:t>
        <a:bodyPr/>
        <a:lstStyle/>
        <a:p>
          <a:endParaRPr lang="en-US"/>
        </a:p>
      </dgm:t>
    </dgm:pt>
    <dgm:pt modelId="{310E6E7D-F33B-4DF8-B388-C84703B907A0}">
      <dgm:prSet/>
      <dgm:spPr/>
      <dgm:t>
        <a:bodyPr/>
        <a:lstStyle/>
        <a:p>
          <a:r>
            <a:rPr lang="tr-TR" b="1" dirty="0"/>
            <a:t>Prosesin döngüye girmesi: </a:t>
          </a:r>
          <a:r>
            <a:rPr lang="tr-TR" dirty="0"/>
            <a:t> sonrasında bildirimlerin yapılması ve </a:t>
          </a:r>
          <a:endParaRPr lang="en-US" dirty="0"/>
        </a:p>
      </dgm:t>
    </dgm:pt>
    <dgm:pt modelId="{E566E85E-F02C-4E7B-8C9E-8F75AA760FB3}" type="parTrans" cxnId="{6F29F4DD-C628-4ED0-8DD9-7A28E2EDD891}">
      <dgm:prSet/>
      <dgm:spPr/>
      <dgm:t>
        <a:bodyPr/>
        <a:lstStyle/>
        <a:p>
          <a:endParaRPr lang="en-US"/>
        </a:p>
      </dgm:t>
    </dgm:pt>
    <dgm:pt modelId="{BDD36B93-0D44-4994-A6FC-78112BDA63FF}" type="sibTrans" cxnId="{6F29F4DD-C628-4ED0-8DD9-7A28E2EDD891}">
      <dgm:prSet/>
      <dgm:spPr/>
      <dgm:t>
        <a:bodyPr/>
        <a:lstStyle/>
        <a:p>
          <a:endParaRPr lang="en-US"/>
        </a:p>
      </dgm:t>
    </dgm:pt>
    <dgm:pt modelId="{4BED364C-0DAD-438E-AB3A-C4B0774CCE5D}">
      <dgm:prSet/>
      <dgm:spPr/>
      <dgm:t>
        <a:bodyPr/>
        <a:lstStyle/>
        <a:p>
          <a:r>
            <a:rPr lang="tr-TR" b="1" dirty="0"/>
            <a:t>Sistemin geliştirilmesi: </a:t>
          </a:r>
          <a:r>
            <a:rPr lang="tr-TR" dirty="0"/>
            <a:t> benzer icraların tekrar olmaması için eylem planı hazırlanması</a:t>
          </a:r>
          <a:endParaRPr lang="en-US" dirty="0"/>
        </a:p>
      </dgm:t>
    </dgm:pt>
    <dgm:pt modelId="{06A70D65-819D-4E2B-8BB7-985AE28D350C}" type="parTrans" cxnId="{B2CD5E44-D665-491E-8E18-F34F4F225CDB}">
      <dgm:prSet/>
      <dgm:spPr/>
      <dgm:t>
        <a:bodyPr/>
        <a:lstStyle/>
        <a:p>
          <a:endParaRPr lang="en-US"/>
        </a:p>
      </dgm:t>
    </dgm:pt>
    <dgm:pt modelId="{EF495031-BD75-47E8-91DD-D9CC67C9DB46}" type="sibTrans" cxnId="{B2CD5E44-D665-491E-8E18-F34F4F225CDB}">
      <dgm:prSet/>
      <dgm:spPr/>
      <dgm:t>
        <a:bodyPr/>
        <a:lstStyle/>
        <a:p>
          <a:endParaRPr lang="en-US"/>
        </a:p>
      </dgm:t>
    </dgm:pt>
    <dgm:pt modelId="{22FFAAA9-2352-45E5-8D28-FC3AB65DF3E0}" type="pres">
      <dgm:prSet presAssocID="{39F846A0-B406-4C96-B3F2-AA803AD1089D}" presName="Name0" presStyleCnt="0">
        <dgm:presLayoutVars>
          <dgm:dir/>
          <dgm:resizeHandles val="exact"/>
        </dgm:presLayoutVars>
      </dgm:prSet>
      <dgm:spPr/>
    </dgm:pt>
    <dgm:pt modelId="{729A71B4-D11B-4DA8-BF7E-F6E2D1202B22}" type="pres">
      <dgm:prSet presAssocID="{09616FD1-6DC1-4275-B391-C2454DE8C657}" presName="node" presStyleLbl="node1" presStyleIdx="0" presStyleCnt="7">
        <dgm:presLayoutVars>
          <dgm:bulletEnabled val="1"/>
        </dgm:presLayoutVars>
      </dgm:prSet>
      <dgm:spPr/>
    </dgm:pt>
    <dgm:pt modelId="{60D019C8-ACE4-4235-8CD5-4A6E549DB6EF}" type="pres">
      <dgm:prSet presAssocID="{BD877B05-63BD-4069-AD75-A5F1D82FB8C4}" presName="sibTrans" presStyleLbl="sibTrans1D1" presStyleIdx="0" presStyleCnt="6"/>
      <dgm:spPr/>
    </dgm:pt>
    <dgm:pt modelId="{886F76BF-5BA9-4992-9B06-F8016CF3B7A9}" type="pres">
      <dgm:prSet presAssocID="{BD877B05-63BD-4069-AD75-A5F1D82FB8C4}" presName="connectorText" presStyleLbl="sibTrans1D1" presStyleIdx="0" presStyleCnt="6"/>
      <dgm:spPr/>
    </dgm:pt>
    <dgm:pt modelId="{32B53827-DE64-4BA5-B6CB-8D8ED9986AA5}" type="pres">
      <dgm:prSet presAssocID="{61368C92-EB52-411E-9274-20CF05713812}" presName="node" presStyleLbl="node1" presStyleIdx="1" presStyleCnt="7">
        <dgm:presLayoutVars>
          <dgm:bulletEnabled val="1"/>
        </dgm:presLayoutVars>
      </dgm:prSet>
      <dgm:spPr/>
    </dgm:pt>
    <dgm:pt modelId="{07D965A9-9DEE-49DE-94F0-70BE46D118C8}" type="pres">
      <dgm:prSet presAssocID="{87702163-9E72-4B1F-BF97-C3933F62252C}" presName="sibTrans" presStyleLbl="sibTrans1D1" presStyleIdx="1" presStyleCnt="6"/>
      <dgm:spPr/>
    </dgm:pt>
    <dgm:pt modelId="{81A484D0-3497-4532-B592-2E85339F388B}" type="pres">
      <dgm:prSet presAssocID="{87702163-9E72-4B1F-BF97-C3933F62252C}" presName="connectorText" presStyleLbl="sibTrans1D1" presStyleIdx="1" presStyleCnt="6"/>
      <dgm:spPr/>
    </dgm:pt>
    <dgm:pt modelId="{F96C6701-2E67-4227-AD2E-8778569D0EDA}" type="pres">
      <dgm:prSet presAssocID="{34F743B8-56BF-4CE2-B54B-FCD3FF2F4951}" presName="node" presStyleLbl="node1" presStyleIdx="2" presStyleCnt="7">
        <dgm:presLayoutVars>
          <dgm:bulletEnabled val="1"/>
        </dgm:presLayoutVars>
      </dgm:prSet>
      <dgm:spPr/>
    </dgm:pt>
    <dgm:pt modelId="{C5A68AC3-EB4C-49EB-B2B2-FF28D0EEC56F}" type="pres">
      <dgm:prSet presAssocID="{7847633B-778A-4826-8089-50C74AAD7522}" presName="sibTrans" presStyleLbl="sibTrans1D1" presStyleIdx="2" presStyleCnt="6"/>
      <dgm:spPr/>
    </dgm:pt>
    <dgm:pt modelId="{C37E2350-0A18-415A-8F78-2795946C84DD}" type="pres">
      <dgm:prSet presAssocID="{7847633B-778A-4826-8089-50C74AAD7522}" presName="connectorText" presStyleLbl="sibTrans1D1" presStyleIdx="2" presStyleCnt="6"/>
      <dgm:spPr/>
    </dgm:pt>
    <dgm:pt modelId="{3E96A047-BFCF-4CA7-AD1D-7695CE485EE9}" type="pres">
      <dgm:prSet presAssocID="{9A281C09-E1E8-4E9B-B247-320174DFFDFF}" presName="node" presStyleLbl="node1" presStyleIdx="3" presStyleCnt="7">
        <dgm:presLayoutVars>
          <dgm:bulletEnabled val="1"/>
        </dgm:presLayoutVars>
      </dgm:prSet>
      <dgm:spPr/>
    </dgm:pt>
    <dgm:pt modelId="{B8A31259-EF60-4DCD-8030-541C50E444CD}" type="pres">
      <dgm:prSet presAssocID="{D7491455-5FF2-469E-9386-2CB29FBABA9E}" presName="sibTrans" presStyleLbl="sibTrans1D1" presStyleIdx="3" presStyleCnt="6"/>
      <dgm:spPr/>
    </dgm:pt>
    <dgm:pt modelId="{755CF8C6-EFFE-4A30-A6A2-67709C2A818C}" type="pres">
      <dgm:prSet presAssocID="{D7491455-5FF2-469E-9386-2CB29FBABA9E}" presName="connectorText" presStyleLbl="sibTrans1D1" presStyleIdx="3" presStyleCnt="6"/>
      <dgm:spPr/>
    </dgm:pt>
    <dgm:pt modelId="{EBF92148-4F8D-402C-9AC8-BDD8078837E4}" type="pres">
      <dgm:prSet presAssocID="{1F438BBE-B18B-4D45-A905-A3749B8FB7FB}" presName="node" presStyleLbl="node1" presStyleIdx="4" presStyleCnt="7">
        <dgm:presLayoutVars>
          <dgm:bulletEnabled val="1"/>
        </dgm:presLayoutVars>
      </dgm:prSet>
      <dgm:spPr/>
    </dgm:pt>
    <dgm:pt modelId="{A297401A-B5C8-451C-A319-04999B4BBC10}" type="pres">
      <dgm:prSet presAssocID="{8D29D7FB-3C7E-440B-A05A-7BD72A69226C}" presName="sibTrans" presStyleLbl="sibTrans1D1" presStyleIdx="4" presStyleCnt="6"/>
      <dgm:spPr/>
    </dgm:pt>
    <dgm:pt modelId="{6CDAB28A-5109-4F6C-9E3E-15297ADD62AC}" type="pres">
      <dgm:prSet presAssocID="{8D29D7FB-3C7E-440B-A05A-7BD72A69226C}" presName="connectorText" presStyleLbl="sibTrans1D1" presStyleIdx="4" presStyleCnt="6"/>
      <dgm:spPr/>
    </dgm:pt>
    <dgm:pt modelId="{16D180E9-21E9-47FD-8B32-80AD1F3D3D89}" type="pres">
      <dgm:prSet presAssocID="{310E6E7D-F33B-4DF8-B388-C84703B907A0}" presName="node" presStyleLbl="node1" presStyleIdx="5" presStyleCnt="7">
        <dgm:presLayoutVars>
          <dgm:bulletEnabled val="1"/>
        </dgm:presLayoutVars>
      </dgm:prSet>
      <dgm:spPr/>
    </dgm:pt>
    <dgm:pt modelId="{11DC7FFC-45B5-46E2-8853-552FDCCD59D8}" type="pres">
      <dgm:prSet presAssocID="{BDD36B93-0D44-4994-A6FC-78112BDA63FF}" presName="sibTrans" presStyleLbl="sibTrans1D1" presStyleIdx="5" presStyleCnt="6"/>
      <dgm:spPr/>
    </dgm:pt>
    <dgm:pt modelId="{BDA20891-F5A9-40E9-AB83-09D09066A6C3}" type="pres">
      <dgm:prSet presAssocID="{BDD36B93-0D44-4994-A6FC-78112BDA63FF}" presName="connectorText" presStyleLbl="sibTrans1D1" presStyleIdx="5" presStyleCnt="6"/>
      <dgm:spPr/>
    </dgm:pt>
    <dgm:pt modelId="{3B79A1FA-2892-428B-8504-4AA6EE09B6AB}" type="pres">
      <dgm:prSet presAssocID="{4BED364C-0DAD-438E-AB3A-C4B0774CCE5D}" presName="node" presStyleLbl="node1" presStyleIdx="6" presStyleCnt="7">
        <dgm:presLayoutVars>
          <dgm:bulletEnabled val="1"/>
        </dgm:presLayoutVars>
      </dgm:prSet>
      <dgm:spPr/>
    </dgm:pt>
  </dgm:ptLst>
  <dgm:cxnLst>
    <dgm:cxn modelId="{3796BE2B-97B7-45D0-84DD-F8AC93AE80E1}" type="presOf" srcId="{8D29D7FB-3C7E-440B-A05A-7BD72A69226C}" destId="{A297401A-B5C8-451C-A319-04999B4BBC10}" srcOrd="0" destOrd="0" presId="urn:microsoft.com/office/officeart/2016/7/layout/RepeatingBendingProcessNew"/>
    <dgm:cxn modelId="{2921D62B-443B-4655-8383-0EF5071AFD93}" type="presOf" srcId="{34F743B8-56BF-4CE2-B54B-FCD3FF2F4951}" destId="{F96C6701-2E67-4227-AD2E-8778569D0EDA}" srcOrd="0" destOrd="0" presId="urn:microsoft.com/office/officeart/2016/7/layout/RepeatingBendingProcessNew"/>
    <dgm:cxn modelId="{8E97D132-A34E-4FFF-8564-09DE43F4F338}" srcId="{39F846A0-B406-4C96-B3F2-AA803AD1089D}" destId="{34F743B8-56BF-4CE2-B54B-FCD3FF2F4951}" srcOrd="2" destOrd="0" parTransId="{B63B8E72-DF6E-44FE-B3B8-4E744A578A4B}" sibTransId="{7847633B-778A-4826-8089-50C74AAD7522}"/>
    <dgm:cxn modelId="{720A7E3F-5D79-4F06-A0E3-F5E593A7F68E}" type="presOf" srcId="{1F438BBE-B18B-4D45-A905-A3749B8FB7FB}" destId="{EBF92148-4F8D-402C-9AC8-BDD8078837E4}" srcOrd="0" destOrd="0" presId="urn:microsoft.com/office/officeart/2016/7/layout/RepeatingBendingProcessNew"/>
    <dgm:cxn modelId="{E9C6F95D-8EC4-43E9-BC45-3EB6E9E6F6DF}" type="presOf" srcId="{BDD36B93-0D44-4994-A6FC-78112BDA63FF}" destId="{11DC7FFC-45B5-46E2-8853-552FDCCD59D8}" srcOrd="0" destOrd="0" presId="urn:microsoft.com/office/officeart/2016/7/layout/RepeatingBendingProcessNew"/>
    <dgm:cxn modelId="{59C56E60-AE9B-45CD-83D6-FF70826B0B2D}" type="presOf" srcId="{87702163-9E72-4B1F-BF97-C3933F62252C}" destId="{81A484D0-3497-4532-B592-2E85339F388B}" srcOrd="1" destOrd="0" presId="urn:microsoft.com/office/officeart/2016/7/layout/RepeatingBendingProcessNew"/>
    <dgm:cxn modelId="{D6811441-B5E3-43D0-8263-EBA3261FFA4B}" type="presOf" srcId="{310E6E7D-F33B-4DF8-B388-C84703B907A0}" destId="{16D180E9-21E9-47FD-8B32-80AD1F3D3D89}" srcOrd="0" destOrd="0" presId="urn:microsoft.com/office/officeart/2016/7/layout/RepeatingBendingProcessNew"/>
    <dgm:cxn modelId="{8616F741-AF3A-4683-AAD7-E950B0370082}" type="presOf" srcId="{39F846A0-B406-4C96-B3F2-AA803AD1089D}" destId="{22FFAAA9-2352-45E5-8D28-FC3AB65DF3E0}" srcOrd="0" destOrd="0" presId="urn:microsoft.com/office/officeart/2016/7/layout/RepeatingBendingProcessNew"/>
    <dgm:cxn modelId="{B2CD5E44-D665-491E-8E18-F34F4F225CDB}" srcId="{39F846A0-B406-4C96-B3F2-AA803AD1089D}" destId="{4BED364C-0DAD-438E-AB3A-C4B0774CCE5D}" srcOrd="6" destOrd="0" parTransId="{06A70D65-819D-4E2B-8BB7-985AE28D350C}" sibTransId="{EF495031-BD75-47E8-91DD-D9CC67C9DB46}"/>
    <dgm:cxn modelId="{01B2D16A-4BE4-4659-8258-5D9786222E78}" srcId="{39F846A0-B406-4C96-B3F2-AA803AD1089D}" destId="{61368C92-EB52-411E-9274-20CF05713812}" srcOrd="1" destOrd="0" parTransId="{BB870681-B791-470B-BF3F-480096B51EE8}" sibTransId="{87702163-9E72-4B1F-BF97-C3933F62252C}"/>
    <dgm:cxn modelId="{13E8B84E-1B5F-4303-B23B-4335018136A3}" type="presOf" srcId="{8D29D7FB-3C7E-440B-A05A-7BD72A69226C}" destId="{6CDAB28A-5109-4F6C-9E3E-15297ADD62AC}" srcOrd="1" destOrd="0" presId="urn:microsoft.com/office/officeart/2016/7/layout/RepeatingBendingProcessNew"/>
    <dgm:cxn modelId="{1C044553-A29A-43A8-9A6C-D9DE248B740C}" type="presOf" srcId="{D7491455-5FF2-469E-9386-2CB29FBABA9E}" destId="{755CF8C6-EFFE-4A30-A6A2-67709C2A818C}" srcOrd="1" destOrd="0" presId="urn:microsoft.com/office/officeart/2016/7/layout/RepeatingBendingProcessNew"/>
    <dgm:cxn modelId="{CB299486-352C-4CAE-9470-E777BB3C1B1D}" type="presOf" srcId="{BD877B05-63BD-4069-AD75-A5F1D82FB8C4}" destId="{886F76BF-5BA9-4992-9B06-F8016CF3B7A9}" srcOrd="1" destOrd="0" presId="urn:microsoft.com/office/officeart/2016/7/layout/RepeatingBendingProcessNew"/>
    <dgm:cxn modelId="{FA32C186-82CB-4AD4-A5FD-C9E93AA41A9F}" type="presOf" srcId="{61368C92-EB52-411E-9274-20CF05713812}" destId="{32B53827-DE64-4BA5-B6CB-8D8ED9986AA5}" srcOrd="0" destOrd="0" presId="urn:microsoft.com/office/officeart/2016/7/layout/RepeatingBendingProcessNew"/>
    <dgm:cxn modelId="{365CCC87-A9F6-4AE6-9676-C744D4CEE586}" srcId="{39F846A0-B406-4C96-B3F2-AA803AD1089D}" destId="{9A281C09-E1E8-4E9B-B247-320174DFFDFF}" srcOrd="3" destOrd="0" parTransId="{6D59E46A-4C84-4F48-8884-1EDDED4280EA}" sibTransId="{D7491455-5FF2-469E-9386-2CB29FBABA9E}"/>
    <dgm:cxn modelId="{D8F4068E-BEAF-42A4-A968-3C35FE4CCFDD}" type="presOf" srcId="{87702163-9E72-4B1F-BF97-C3933F62252C}" destId="{07D965A9-9DEE-49DE-94F0-70BE46D118C8}" srcOrd="0" destOrd="0" presId="urn:microsoft.com/office/officeart/2016/7/layout/RepeatingBendingProcessNew"/>
    <dgm:cxn modelId="{692FE89B-8DF5-4DB1-864D-08BB68D5F3CC}" type="presOf" srcId="{BD877B05-63BD-4069-AD75-A5F1D82FB8C4}" destId="{60D019C8-ACE4-4235-8CD5-4A6E549DB6EF}" srcOrd="0" destOrd="0" presId="urn:microsoft.com/office/officeart/2016/7/layout/RepeatingBendingProcessNew"/>
    <dgm:cxn modelId="{CA62B69D-2192-41B1-A52C-E6DE8FE16448}" type="presOf" srcId="{4BED364C-0DAD-438E-AB3A-C4B0774CCE5D}" destId="{3B79A1FA-2892-428B-8504-4AA6EE09B6AB}" srcOrd="0" destOrd="0" presId="urn:microsoft.com/office/officeart/2016/7/layout/RepeatingBendingProcessNew"/>
    <dgm:cxn modelId="{5AC65CB6-18C7-467C-847E-ECCB2E4A3AE8}" type="presOf" srcId="{09616FD1-6DC1-4275-B391-C2454DE8C657}" destId="{729A71B4-D11B-4DA8-BF7E-F6E2D1202B22}" srcOrd="0" destOrd="0" presId="urn:microsoft.com/office/officeart/2016/7/layout/RepeatingBendingProcessNew"/>
    <dgm:cxn modelId="{FC7E1AB8-841C-4CA2-9D9B-4BCEFDA65E1F}" type="presOf" srcId="{7847633B-778A-4826-8089-50C74AAD7522}" destId="{C37E2350-0A18-415A-8F78-2795946C84DD}" srcOrd="1" destOrd="0" presId="urn:microsoft.com/office/officeart/2016/7/layout/RepeatingBendingProcessNew"/>
    <dgm:cxn modelId="{AB3A8BBA-3F5D-4236-9412-F2E67C449D4A}" srcId="{39F846A0-B406-4C96-B3F2-AA803AD1089D}" destId="{1F438BBE-B18B-4D45-A905-A3749B8FB7FB}" srcOrd="4" destOrd="0" parTransId="{F75172FE-F35D-4DC0-A839-61CB1BB0E8AB}" sibTransId="{8D29D7FB-3C7E-440B-A05A-7BD72A69226C}"/>
    <dgm:cxn modelId="{2F7FB3CE-4821-416A-A692-79A8562C2360}" type="presOf" srcId="{D7491455-5FF2-469E-9386-2CB29FBABA9E}" destId="{B8A31259-EF60-4DCD-8030-541C50E444CD}" srcOrd="0" destOrd="0" presId="urn:microsoft.com/office/officeart/2016/7/layout/RepeatingBendingProcessNew"/>
    <dgm:cxn modelId="{B5D782D5-3B56-4473-B3A5-21E542095C04}" srcId="{39F846A0-B406-4C96-B3F2-AA803AD1089D}" destId="{09616FD1-6DC1-4275-B391-C2454DE8C657}" srcOrd="0" destOrd="0" parTransId="{CFF5B8E5-D9B6-44B4-8807-1CB9B498047C}" sibTransId="{BD877B05-63BD-4069-AD75-A5F1D82FB8C4}"/>
    <dgm:cxn modelId="{EEC7F3D7-16DA-45EC-AF92-C2C451B4086F}" type="presOf" srcId="{9A281C09-E1E8-4E9B-B247-320174DFFDFF}" destId="{3E96A047-BFCF-4CA7-AD1D-7695CE485EE9}" srcOrd="0" destOrd="0" presId="urn:microsoft.com/office/officeart/2016/7/layout/RepeatingBendingProcessNew"/>
    <dgm:cxn modelId="{6F29F4DD-C628-4ED0-8DD9-7A28E2EDD891}" srcId="{39F846A0-B406-4C96-B3F2-AA803AD1089D}" destId="{310E6E7D-F33B-4DF8-B388-C84703B907A0}" srcOrd="5" destOrd="0" parTransId="{E566E85E-F02C-4E7B-8C9E-8F75AA760FB3}" sibTransId="{BDD36B93-0D44-4994-A6FC-78112BDA63FF}"/>
    <dgm:cxn modelId="{31360AE9-6BEF-42E8-AAE5-1A1F31BCD06D}" type="presOf" srcId="{BDD36B93-0D44-4994-A6FC-78112BDA63FF}" destId="{BDA20891-F5A9-40E9-AB83-09D09066A6C3}" srcOrd="1" destOrd="0" presId="urn:microsoft.com/office/officeart/2016/7/layout/RepeatingBendingProcessNew"/>
    <dgm:cxn modelId="{5FA681FC-6856-4D37-AF64-B19F17BE06D4}" type="presOf" srcId="{7847633B-778A-4826-8089-50C74AAD7522}" destId="{C5A68AC3-EB4C-49EB-B2B2-FF28D0EEC56F}" srcOrd="0" destOrd="0" presId="urn:microsoft.com/office/officeart/2016/7/layout/RepeatingBendingProcessNew"/>
    <dgm:cxn modelId="{2A30E773-D01B-4D94-9F45-BF008BB0A785}" type="presParOf" srcId="{22FFAAA9-2352-45E5-8D28-FC3AB65DF3E0}" destId="{729A71B4-D11B-4DA8-BF7E-F6E2D1202B22}" srcOrd="0" destOrd="0" presId="urn:microsoft.com/office/officeart/2016/7/layout/RepeatingBendingProcessNew"/>
    <dgm:cxn modelId="{A031A84E-3DD8-4A91-B402-5F9AC133C94C}" type="presParOf" srcId="{22FFAAA9-2352-45E5-8D28-FC3AB65DF3E0}" destId="{60D019C8-ACE4-4235-8CD5-4A6E549DB6EF}" srcOrd="1" destOrd="0" presId="urn:microsoft.com/office/officeart/2016/7/layout/RepeatingBendingProcessNew"/>
    <dgm:cxn modelId="{878DE124-6E8E-488B-8F08-E9E8A02AF286}" type="presParOf" srcId="{60D019C8-ACE4-4235-8CD5-4A6E549DB6EF}" destId="{886F76BF-5BA9-4992-9B06-F8016CF3B7A9}" srcOrd="0" destOrd="0" presId="urn:microsoft.com/office/officeart/2016/7/layout/RepeatingBendingProcessNew"/>
    <dgm:cxn modelId="{24E991A3-84D0-4AE1-BF90-7AD0E10DA10D}" type="presParOf" srcId="{22FFAAA9-2352-45E5-8D28-FC3AB65DF3E0}" destId="{32B53827-DE64-4BA5-B6CB-8D8ED9986AA5}" srcOrd="2" destOrd="0" presId="urn:microsoft.com/office/officeart/2016/7/layout/RepeatingBendingProcessNew"/>
    <dgm:cxn modelId="{223E4463-1078-41DA-A9F8-2B655E022E47}" type="presParOf" srcId="{22FFAAA9-2352-45E5-8D28-FC3AB65DF3E0}" destId="{07D965A9-9DEE-49DE-94F0-70BE46D118C8}" srcOrd="3" destOrd="0" presId="urn:microsoft.com/office/officeart/2016/7/layout/RepeatingBendingProcessNew"/>
    <dgm:cxn modelId="{683C658F-B012-4155-96EB-86BB8152ED8C}" type="presParOf" srcId="{07D965A9-9DEE-49DE-94F0-70BE46D118C8}" destId="{81A484D0-3497-4532-B592-2E85339F388B}" srcOrd="0" destOrd="0" presId="urn:microsoft.com/office/officeart/2016/7/layout/RepeatingBendingProcessNew"/>
    <dgm:cxn modelId="{F9FBA26D-C526-4C8D-96F2-77C8A2E28563}" type="presParOf" srcId="{22FFAAA9-2352-45E5-8D28-FC3AB65DF3E0}" destId="{F96C6701-2E67-4227-AD2E-8778569D0EDA}" srcOrd="4" destOrd="0" presId="urn:microsoft.com/office/officeart/2016/7/layout/RepeatingBendingProcessNew"/>
    <dgm:cxn modelId="{1776CB7F-3B8D-44BF-AA6F-00AD5825962D}" type="presParOf" srcId="{22FFAAA9-2352-45E5-8D28-FC3AB65DF3E0}" destId="{C5A68AC3-EB4C-49EB-B2B2-FF28D0EEC56F}" srcOrd="5" destOrd="0" presId="urn:microsoft.com/office/officeart/2016/7/layout/RepeatingBendingProcessNew"/>
    <dgm:cxn modelId="{C2E023C4-EDAB-40E4-91B3-00E54DD23FEA}" type="presParOf" srcId="{C5A68AC3-EB4C-49EB-B2B2-FF28D0EEC56F}" destId="{C37E2350-0A18-415A-8F78-2795946C84DD}" srcOrd="0" destOrd="0" presId="urn:microsoft.com/office/officeart/2016/7/layout/RepeatingBendingProcessNew"/>
    <dgm:cxn modelId="{BFC19582-D391-4065-8624-D76882F7C71B}" type="presParOf" srcId="{22FFAAA9-2352-45E5-8D28-FC3AB65DF3E0}" destId="{3E96A047-BFCF-4CA7-AD1D-7695CE485EE9}" srcOrd="6" destOrd="0" presId="urn:microsoft.com/office/officeart/2016/7/layout/RepeatingBendingProcessNew"/>
    <dgm:cxn modelId="{EEF9F0D9-EBC8-4737-AD4F-1DFF65818B93}" type="presParOf" srcId="{22FFAAA9-2352-45E5-8D28-FC3AB65DF3E0}" destId="{B8A31259-EF60-4DCD-8030-541C50E444CD}" srcOrd="7" destOrd="0" presId="urn:microsoft.com/office/officeart/2016/7/layout/RepeatingBendingProcessNew"/>
    <dgm:cxn modelId="{E1DCA1E2-33A0-4264-A770-207B9167328D}" type="presParOf" srcId="{B8A31259-EF60-4DCD-8030-541C50E444CD}" destId="{755CF8C6-EFFE-4A30-A6A2-67709C2A818C}" srcOrd="0" destOrd="0" presId="urn:microsoft.com/office/officeart/2016/7/layout/RepeatingBendingProcessNew"/>
    <dgm:cxn modelId="{97CDE31E-AA5E-42C7-AB5C-308F7115CB77}" type="presParOf" srcId="{22FFAAA9-2352-45E5-8D28-FC3AB65DF3E0}" destId="{EBF92148-4F8D-402C-9AC8-BDD8078837E4}" srcOrd="8" destOrd="0" presId="urn:microsoft.com/office/officeart/2016/7/layout/RepeatingBendingProcessNew"/>
    <dgm:cxn modelId="{0B225715-DCF7-481E-865C-7A8C3F8B67FA}" type="presParOf" srcId="{22FFAAA9-2352-45E5-8D28-FC3AB65DF3E0}" destId="{A297401A-B5C8-451C-A319-04999B4BBC10}" srcOrd="9" destOrd="0" presId="urn:microsoft.com/office/officeart/2016/7/layout/RepeatingBendingProcessNew"/>
    <dgm:cxn modelId="{47B2221A-13F5-4E68-BEC4-7A06371632A1}" type="presParOf" srcId="{A297401A-B5C8-451C-A319-04999B4BBC10}" destId="{6CDAB28A-5109-4F6C-9E3E-15297ADD62AC}" srcOrd="0" destOrd="0" presId="urn:microsoft.com/office/officeart/2016/7/layout/RepeatingBendingProcessNew"/>
    <dgm:cxn modelId="{FF038692-3C96-42C9-AAC9-CAAFB51A9593}" type="presParOf" srcId="{22FFAAA9-2352-45E5-8D28-FC3AB65DF3E0}" destId="{16D180E9-21E9-47FD-8B32-80AD1F3D3D89}" srcOrd="10" destOrd="0" presId="urn:microsoft.com/office/officeart/2016/7/layout/RepeatingBendingProcessNew"/>
    <dgm:cxn modelId="{E5D3D941-B70C-4284-BEE1-87B81D9D5E10}" type="presParOf" srcId="{22FFAAA9-2352-45E5-8D28-FC3AB65DF3E0}" destId="{11DC7FFC-45B5-46E2-8853-552FDCCD59D8}" srcOrd="11" destOrd="0" presId="urn:microsoft.com/office/officeart/2016/7/layout/RepeatingBendingProcessNew"/>
    <dgm:cxn modelId="{7797ED68-7397-433D-9477-FD13C574A07B}" type="presParOf" srcId="{11DC7FFC-45B5-46E2-8853-552FDCCD59D8}" destId="{BDA20891-F5A9-40E9-AB83-09D09066A6C3}" srcOrd="0" destOrd="0" presId="urn:microsoft.com/office/officeart/2016/7/layout/RepeatingBendingProcessNew"/>
    <dgm:cxn modelId="{BDB02531-A434-4846-986E-A7E0BB73CEBD}" type="presParOf" srcId="{22FFAAA9-2352-45E5-8D28-FC3AB65DF3E0}" destId="{3B79A1FA-2892-428B-8504-4AA6EE09B6AB}" srcOrd="12"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0867CAB-FB1D-4FEB-9AA2-FFCA0ECD0AAB}"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tr-TR"/>
        </a:p>
      </dgm:t>
    </dgm:pt>
    <dgm:pt modelId="{B74F00CB-BF0A-4001-B3A4-29124F3C59B8}">
      <dgm:prSet/>
      <dgm:spPr/>
      <dgm:t>
        <a:bodyPr/>
        <a:lstStyle/>
        <a:p>
          <a:r>
            <a:rPr lang="tr-TR" dirty="0"/>
            <a:t>Prosesin Akışları</a:t>
          </a:r>
        </a:p>
      </dgm:t>
    </dgm:pt>
    <dgm:pt modelId="{CA599A43-6770-47D5-92AE-F7F38CDF4B2D}" type="parTrans" cxnId="{8D46763E-DFC4-4D49-A862-A4ADA83CF07C}">
      <dgm:prSet/>
      <dgm:spPr/>
      <dgm:t>
        <a:bodyPr/>
        <a:lstStyle/>
        <a:p>
          <a:endParaRPr lang="tr-TR"/>
        </a:p>
      </dgm:t>
    </dgm:pt>
    <dgm:pt modelId="{D0CAE294-2C98-4E3A-946E-E15C6ACCEEA8}" type="sibTrans" cxnId="{8D46763E-DFC4-4D49-A862-A4ADA83CF07C}">
      <dgm:prSet/>
      <dgm:spPr/>
      <dgm:t>
        <a:bodyPr/>
        <a:lstStyle/>
        <a:p>
          <a:endParaRPr lang="tr-TR"/>
        </a:p>
      </dgm:t>
    </dgm:pt>
    <dgm:pt modelId="{43A37AEF-E07A-41C0-875A-A9722F41373C}">
      <dgm:prSet phldrT="[Metin]"/>
      <dgm:spPr/>
      <dgm:t>
        <a:bodyPr/>
        <a:lstStyle/>
        <a:p>
          <a:r>
            <a:rPr lang="tr-TR" dirty="0"/>
            <a:t>Başlatıcı</a:t>
          </a:r>
        </a:p>
      </dgm:t>
    </dgm:pt>
    <dgm:pt modelId="{32C76950-3641-445B-8315-617852AC96FB}" type="parTrans" cxnId="{C14F5C72-3BDB-4596-AD79-6B0642F27796}">
      <dgm:prSet/>
      <dgm:spPr/>
      <dgm:t>
        <a:bodyPr/>
        <a:lstStyle/>
        <a:p>
          <a:endParaRPr lang="tr-TR"/>
        </a:p>
      </dgm:t>
    </dgm:pt>
    <dgm:pt modelId="{13C27840-6AEE-426C-AE8E-F17E8BFF0732}" type="sibTrans" cxnId="{C14F5C72-3BDB-4596-AD79-6B0642F27796}">
      <dgm:prSet/>
      <dgm:spPr/>
      <dgm:t>
        <a:bodyPr/>
        <a:lstStyle/>
        <a:p>
          <a:endParaRPr lang="tr-TR"/>
        </a:p>
      </dgm:t>
    </dgm:pt>
    <dgm:pt modelId="{B10E43C0-B847-4029-8B2A-3608868B37BB}">
      <dgm:prSet phldrT="[Metin]"/>
      <dgm:spPr/>
      <dgm:t>
        <a:bodyPr/>
        <a:lstStyle/>
        <a:p>
          <a:r>
            <a:rPr lang="tr-TR" dirty="0"/>
            <a:t>Kaynakların sağlanması</a:t>
          </a:r>
        </a:p>
      </dgm:t>
    </dgm:pt>
    <dgm:pt modelId="{4A69D776-D981-4B45-93FB-C8C917900C3D}" type="parTrans" cxnId="{30E6D082-A949-49D0-BF44-DD470E2BE544}">
      <dgm:prSet/>
      <dgm:spPr/>
      <dgm:t>
        <a:bodyPr/>
        <a:lstStyle/>
        <a:p>
          <a:endParaRPr lang="tr-TR"/>
        </a:p>
      </dgm:t>
    </dgm:pt>
    <dgm:pt modelId="{171F1FFA-98D0-4970-9052-FE3FCC64992A}" type="sibTrans" cxnId="{30E6D082-A949-49D0-BF44-DD470E2BE544}">
      <dgm:prSet/>
      <dgm:spPr/>
      <dgm:t>
        <a:bodyPr/>
        <a:lstStyle/>
        <a:p>
          <a:endParaRPr lang="tr-TR"/>
        </a:p>
      </dgm:t>
    </dgm:pt>
    <dgm:pt modelId="{2E03E269-997C-4234-BA7A-06F92F5C16C6}">
      <dgm:prSet phldrT="[Metin]"/>
      <dgm:spPr/>
      <dgm:t>
        <a:bodyPr/>
        <a:lstStyle/>
        <a:p>
          <a:r>
            <a:rPr lang="tr-TR" dirty="0"/>
            <a:t>Eylemin Başlatılması</a:t>
          </a:r>
        </a:p>
      </dgm:t>
    </dgm:pt>
    <dgm:pt modelId="{A77F3AB0-1075-40D8-96AA-4E783B543C63}" type="parTrans" cxnId="{FAE648CC-8321-408E-9C2F-94E8C4D9310B}">
      <dgm:prSet/>
      <dgm:spPr/>
      <dgm:t>
        <a:bodyPr/>
        <a:lstStyle/>
        <a:p>
          <a:endParaRPr lang="tr-TR"/>
        </a:p>
      </dgm:t>
    </dgm:pt>
    <dgm:pt modelId="{AD594475-F446-450F-B27D-DADB4ADEE31E}" type="sibTrans" cxnId="{FAE648CC-8321-408E-9C2F-94E8C4D9310B}">
      <dgm:prSet/>
      <dgm:spPr/>
      <dgm:t>
        <a:bodyPr/>
        <a:lstStyle/>
        <a:p>
          <a:endParaRPr lang="tr-TR"/>
        </a:p>
      </dgm:t>
    </dgm:pt>
    <dgm:pt modelId="{FCE59B77-B6B6-4830-8F58-2747AD799DFA}">
      <dgm:prSet phldrT="[Metin]"/>
      <dgm:spPr/>
      <dgm:t>
        <a:bodyPr/>
        <a:lstStyle/>
        <a:p>
          <a:r>
            <a:rPr lang="tr-TR" dirty="0"/>
            <a:t>Dönüşümün ortaya çıkması</a:t>
          </a:r>
        </a:p>
      </dgm:t>
    </dgm:pt>
    <dgm:pt modelId="{5C2F1B55-F046-40B3-A5DE-B4E4DC026B5D}" type="parTrans" cxnId="{1A048C65-02BA-41F9-960F-9B2E31A3538A}">
      <dgm:prSet/>
      <dgm:spPr/>
      <dgm:t>
        <a:bodyPr/>
        <a:lstStyle/>
        <a:p>
          <a:endParaRPr lang="tr-TR"/>
        </a:p>
      </dgm:t>
    </dgm:pt>
    <dgm:pt modelId="{041D2456-B631-48F0-AA1E-11D971806751}" type="sibTrans" cxnId="{1A048C65-02BA-41F9-960F-9B2E31A3538A}">
      <dgm:prSet/>
      <dgm:spPr/>
      <dgm:t>
        <a:bodyPr/>
        <a:lstStyle/>
        <a:p>
          <a:endParaRPr lang="tr-TR"/>
        </a:p>
      </dgm:t>
    </dgm:pt>
    <dgm:pt modelId="{B55A218F-0EA9-4E22-92EF-0406EE7BC4A2}">
      <dgm:prSet phldrT="[Metin]"/>
      <dgm:spPr/>
      <dgm:t>
        <a:bodyPr/>
        <a:lstStyle/>
        <a:p>
          <a:r>
            <a:rPr lang="tr-TR" dirty="0"/>
            <a:t>Ürünün gelişmesi</a:t>
          </a:r>
        </a:p>
      </dgm:t>
    </dgm:pt>
    <dgm:pt modelId="{23C08BB5-E5E5-45EB-95D9-86413E36143C}" type="parTrans" cxnId="{918AFB98-ACE9-4115-9A8E-ED5F21067D67}">
      <dgm:prSet/>
      <dgm:spPr/>
      <dgm:t>
        <a:bodyPr/>
        <a:lstStyle/>
        <a:p>
          <a:endParaRPr lang="tr-TR"/>
        </a:p>
      </dgm:t>
    </dgm:pt>
    <dgm:pt modelId="{892862C0-3ACD-403A-883E-4FDB0788C895}" type="sibTrans" cxnId="{918AFB98-ACE9-4115-9A8E-ED5F21067D67}">
      <dgm:prSet/>
      <dgm:spPr/>
      <dgm:t>
        <a:bodyPr/>
        <a:lstStyle/>
        <a:p>
          <a:endParaRPr lang="tr-TR"/>
        </a:p>
      </dgm:t>
    </dgm:pt>
    <dgm:pt modelId="{4B459259-5190-46AA-92C7-63A8FBA51580}">
      <dgm:prSet phldrT="[Metin]"/>
      <dgm:spPr/>
      <dgm:t>
        <a:bodyPr/>
        <a:lstStyle/>
        <a:p>
          <a:r>
            <a:rPr lang="tr-TR" dirty="0"/>
            <a:t>Prosesin döngüye girmesi</a:t>
          </a:r>
        </a:p>
      </dgm:t>
    </dgm:pt>
    <dgm:pt modelId="{0391A076-2704-4861-AF1F-DED5D21B1DD5}" type="parTrans" cxnId="{B1E90000-DAF3-4DE9-A2C0-B8B378061695}">
      <dgm:prSet/>
      <dgm:spPr/>
      <dgm:t>
        <a:bodyPr/>
        <a:lstStyle/>
        <a:p>
          <a:endParaRPr lang="tr-TR"/>
        </a:p>
      </dgm:t>
    </dgm:pt>
    <dgm:pt modelId="{A281CA98-9B52-4CA2-B596-474A6F0041FD}" type="sibTrans" cxnId="{B1E90000-DAF3-4DE9-A2C0-B8B378061695}">
      <dgm:prSet/>
      <dgm:spPr/>
      <dgm:t>
        <a:bodyPr/>
        <a:lstStyle/>
        <a:p>
          <a:endParaRPr lang="tr-TR"/>
        </a:p>
      </dgm:t>
    </dgm:pt>
    <dgm:pt modelId="{27065891-F072-4B39-A29F-494503CE5D88}" type="pres">
      <dgm:prSet presAssocID="{60867CAB-FB1D-4FEB-9AA2-FFCA0ECD0AAB}" presName="Name0" presStyleCnt="0">
        <dgm:presLayoutVars>
          <dgm:dir/>
          <dgm:resizeHandles val="exact"/>
        </dgm:presLayoutVars>
      </dgm:prSet>
      <dgm:spPr/>
    </dgm:pt>
    <dgm:pt modelId="{43D0D139-38BD-4F63-ABAD-F4C777E834CD}" type="pres">
      <dgm:prSet presAssocID="{B74F00CB-BF0A-4001-B3A4-29124F3C59B8}" presName="node" presStyleLbl="node1" presStyleIdx="0" presStyleCnt="7">
        <dgm:presLayoutVars>
          <dgm:bulletEnabled val="1"/>
        </dgm:presLayoutVars>
      </dgm:prSet>
      <dgm:spPr/>
    </dgm:pt>
    <dgm:pt modelId="{5719454C-10F5-461B-844C-BC1BDC398E9E}" type="pres">
      <dgm:prSet presAssocID="{D0CAE294-2C98-4E3A-946E-E15C6ACCEEA8}" presName="sibTrans" presStyleLbl="sibTrans2D1" presStyleIdx="0" presStyleCnt="6"/>
      <dgm:spPr/>
    </dgm:pt>
    <dgm:pt modelId="{D2AE2AE0-322F-43C3-91E3-272CAF81B808}" type="pres">
      <dgm:prSet presAssocID="{D0CAE294-2C98-4E3A-946E-E15C6ACCEEA8}" presName="connectorText" presStyleLbl="sibTrans2D1" presStyleIdx="0" presStyleCnt="6"/>
      <dgm:spPr/>
    </dgm:pt>
    <dgm:pt modelId="{B6291414-D00D-4B9E-AAC1-33489766C952}" type="pres">
      <dgm:prSet presAssocID="{43A37AEF-E07A-41C0-875A-A9722F41373C}" presName="node" presStyleLbl="node1" presStyleIdx="1" presStyleCnt="7">
        <dgm:presLayoutVars>
          <dgm:bulletEnabled val="1"/>
        </dgm:presLayoutVars>
      </dgm:prSet>
      <dgm:spPr/>
    </dgm:pt>
    <dgm:pt modelId="{990E86D0-45CB-491F-97DC-D87E37AC2813}" type="pres">
      <dgm:prSet presAssocID="{13C27840-6AEE-426C-AE8E-F17E8BFF0732}" presName="sibTrans" presStyleLbl="sibTrans2D1" presStyleIdx="1" presStyleCnt="6"/>
      <dgm:spPr/>
    </dgm:pt>
    <dgm:pt modelId="{D1F7B14A-F723-41DD-B01D-344CFF6A0640}" type="pres">
      <dgm:prSet presAssocID="{13C27840-6AEE-426C-AE8E-F17E8BFF0732}" presName="connectorText" presStyleLbl="sibTrans2D1" presStyleIdx="1" presStyleCnt="6"/>
      <dgm:spPr/>
    </dgm:pt>
    <dgm:pt modelId="{6A2010A7-AAA1-4E9E-B7F3-70F0262E0D6E}" type="pres">
      <dgm:prSet presAssocID="{B10E43C0-B847-4029-8B2A-3608868B37BB}" presName="node" presStyleLbl="node1" presStyleIdx="2" presStyleCnt="7">
        <dgm:presLayoutVars>
          <dgm:bulletEnabled val="1"/>
        </dgm:presLayoutVars>
      </dgm:prSet>
      <dgm:spPr/>
    </dgm:pt>
    <dgm:pt modelId="{BA320EFB-12A6-464B-B9DB-5AE00A08A1E2}" type="pres">
      <dgm:prSet presAssocID="{171F1FFA-98D0-4970-9052-FE3FCC64992A}" presName="sibTrans" presStyleLbl="sibTrans2D1" presStyleIdx="2" presStyleCnt="6"/>
      <dgm:spPr/>
    </dgm:pt>
    <dgm:pt modelId="{DB2A0B58-9ACC-4A6A-AC31-910EF6F128DB}" type="pres">
      <dgm:prSet presAssocID="{171F1FFA-98D0-4970-9052-FE3FCC64992A}" presName="connectorText" presStyleLbl="sibTrans2D1" presStyleIdx="2" presStyleCnt="6"/>
      <dgm:spPr/>
    </dgm:pt>
    <dgm:pt modelId="{6CF1BBF1-DC13-4A30-9570-C6F3736BE1C6}" type="pres">
      <dgm:prSet presAssocID="{2E03E269-997C-4234-BA7A-06F92F5C16C6}" presName="node" presStyleLbl="node1" presStyleIdx="3" presStyleCnt="7">
        <dgm:presLayoutVars>
          <dgm:bulletEnabled val="1"/>
        </dgm:presLayoutVars>
      </dgm:prSet>
      <dgm:spPr/>
    </dgm:pt>
    <dgm:pt modelId="{5AED3225-9540-44EA-AA59-F06DE25CFEE6}" type="pres">
      <dgm:prSet presAssocID="{AD594475-F446-450F-B27D-DADB4ADEE31E}" presName="sibTrans" presStyleLbl="sibTrans2D1" presStyleIdx="3" presStyleCnt="6"/>
      <dgm:spPr/>
    </dgm:pt>
    <dgm:pt modelId="{3F36AB5B-951E-4F34-91B6-ED105D48A358}" type="pres">
      <dgm:prSet presAssocID="{AD594475-F446-450F-B27D-DADB4ADEE31E}" presName="connectorText" presStyleLbl="sibTrans2D1" presStyleIdx="3" presStyleCnt="6"/>
      <dgm:spPr/>
    </dgm:pt>
    <dgm:pt modelId="{BF8DB47C-953C-45F1-B593-9891EF75B831}" type="pres">
      <dgm:prSet presAssocID="{FCE59B77-B6B6-4830-8F58-2747AD799DFA}" presName="node" presStyleLbl="node1" presStyleIdx="4" presStyleCnt="7">
        <dgm:presLayoutVars>
          <dgm:bulletEnabled val="1"/>
        </dgm:presLayoutVars>
      </dgm:prSet>
      <dgm:spPr/>
    </dgm:pt>
    <dgm:pt modelId="{F8D93F3E-3ECC-4B2C-9161-CF13B7175EEC}" type="pres">
      <dgm:prSet presAssocID="{041D2456-B631-48F0-AA1E-11D971806751}" presName="sibTrans" presStyleLbl="sibTrans2D1" presStyleIdx="4" presStyleCnt="6"/>
      <dgm:spPr/>
    </dgm:pt>
    <dgm:pt modelId="{4CCD8553-87D6-425C-B1CC-BE12E8275E1A}" type="pres">
      <dgm:prSet presAssocID="{041D2456-B631-48F0-AA1E-11D971806751}" presName="connectorText" presStyleLbl="sibTrans2D1" presStyleIdx="4" presStyleCnt="6"/>
      <dgm:spPr/>
    </dgm:pt>
    <dgm:pt modelId="{583445E4-0EAB-4039-9073-FC35196C502C}" type="pres">
      <dgm:prSet presAssocID="{B55A218F-0EA9-4E22-92EF-0406EE7BC4A2}" presName="node" presStyleLbl="node1" presStyleIdx="5" presStyleCnt="7">
        <dgm:presLayoutVars>
          <dgm:bulletEnabled val="1"/>
        </dgm:presLayoutVars>
      </dgm:prSet>
      <dgm:spPr/>
    </dgm:pt>
    <dgm:pt modelId="{6EB640EF-2C67-4938-85BE-904DD619837C}" type="pres">
      <dgm:prSet presAssocID="{892862C0-3ACD-403A-883E-4FDB0788C895}" presName="sibTrans" presStyleLbl="sibTrans2D1" presStyleIdx="5" presStyleCnt="6"/>
      <dgm:spPr/>
    </dgm:pt>
    <dgm:pt modelId="{266476C6-C772-4577-9193-8592D2237B16}" type="pres">
      <dgm:prSet presAssocID="{892862C0-3ACD-403A-883E-4FDB0788C895}" presName="connectorText" presStyleLbl="sibTrans2D1" presStyleIdx="5" presStyleCnt="6"/>
      <dgm:spPr/>
    </dgm:pt>
    <dgm:pt modelId="{9F9A82A8-858F-4C4A-AE19-D78BFCFB0968}" type="pres">
      <dgm:prSet presAssocID="{4B459259-5190-46AA-92C7-63A8FBA51580}" presName="node" presStyleLbl="node1" presStyleIdx="6" presStyleCnt="7">
        <dgm:presLayoutVars>
          <dgm:bulletEnabled val="1"/>
        </dgm:presLayoutVars>
      </dgm:prSet>
      <dgm:spPr/>
    </dgm:pt>
  </dgm:ptLst>
  <dgm:cxnLst>
    <dgm:cxn modelId="{B1E90000-DAF3-4DE9-A2C0-B8B378061695}" srcId="{60867CAB-FB1D-4FEB-9AA2-FFCA0ECD0AAB}" destId="{4B459259-5190-46AA-92C7-63A8FBA51580}" srcOrd="6" destOrd="0" parTransId="{0391A076-2704-4861-AF1F-DED5D21B1DD5}" sibTransId="{A281CA98-9B52-4CA2-B596-474A6F0041FD}"/>
    <dgm:cxn modelId="{F057D314-3E4D-41D9-99E1-3A860B714CFE}" type="presOf" srcId="{13C27840-6AEE-426C-AE8E-F17E8BFF0732}" destId="{990E86D0-45CB-491F-97DC-D87E37AC2813}" srcOrd="0" destOrd="0" presId="urn:microsoft.com/office/officeart/2005/8/layout/process1"/>
    <dgm:cxn modelId="{397E921D-0283-4995-BF8E-3695ECBDD3D0}" type="presOf" srcId="{60867CAB-FB1D-4FEB-9AA2-FFCA0ECD0AAB}" destId="{27065891-F072-4B39-A29F-494503CE5D88}" srcOrd="0" destOrd="0" presId="urn:microsoft.com/office/officeart/2005/8/layout/process1"/>
    <dgm:cxn modelId="{7009A82D-D4C8-4765-B1A3-E19775229B5A}" type="presOf" srcId="{13C27840-6AEE-426C-AE8E-F17E8BFF0732}" destId="{D1F7B14A-F723-41DD-B01D-344CFF6A0640}" srcOrd="1" destOrd="0" presId="urn:microsoft.com/office/officeart/2005/8/layout/process1"/>
    <dgm:cxn modelId="{04FB3335-0C5B-4391-B47B-0CF41CA7A550}" type="presOf" srcId="{892862C0-3ACD-403A-883E-4FDB0788C895}" destId="{6EB640EF-2C67-4938-85BE-904DD619837C}" srcOrd="0" destOrd="0" presId="urn:microsoft.com/office/officeart/2005/8/layout/process1"/>
    <dgm:cxn modelId="{7DABCB35-47AC-478A-B87C-5682B964F1AC}" type="presOf" srcId="{43A37AEF-E07A-41C0-875A-A9722F41373C}" destId="{B6291414-D00D-4B9E-AAC1-33489766C952}" srcOrd="0" destOrd="0" presId="urn:microsoft.com/office/officeart/2005/8/layout/process1"/>
    <dgm:cxn modelId="{8D46763E-DFC4-4D49-A862-A4ADA83CF07C}" srcId="{60867CAB-FB1D-4FEB-9AA2-FFCA0ECD0AAB}" destId="{B74F00CB-BF0A-4001-B3A4-29124F3C59B8}" srcOrd="0" destOrd="0" parTransId="{CA599A43-6770-47D5-92AE-F7F38CDF4B2D}" sibTransId="{D0CAE294-2C98-4E3A-946E-E15C6ACCEEA8}"/>
    <dgm:cxn modelId="{1509E23E-24E1-424D-A2DC-B4B6E7F2B1E9}" type="presOf" srcId="{AD594475-F446-450F-B27D-DADB4ADEE31E}" destId="{3F36AB5B-951E-4F34-91B6-ED105D48A358}" srcOrd="1" destOrd="0" presId="urn:microsoft.com/office/officeart/2005/8/layout/process1"/>
    <dgm:cxn modelId="{D35EE03F-7CF7-451F-B6EF-44BE0B56E7C3}" type="presOf" srcId="{B55A218F-0EA9-4E22-92EF-0406EE7BC4A2}" destId="{583445E4-0EAB-4039-9073-FC35196C502C}" srcOrd="0" destOrd="0" presId="urn:microsoft.com/office/officeart/2005/8/layout/process1"/>
    <dgm:cxn modelId="{184E265E-1DCB-4550-A9F7-BD68B4B06462}" type="presOf" srcId="{171F1FFA-98D0-4970-9052-FE3FCC64992A}" destId="{BA320EFB-12A6-464B-B9DB-5AE00A08A1E2}" srcOrd="0" destOrd="0" presId="urn:microsoft.com/office/officeart/2005/8/layout/process1"/>
    <dgm:cxn modelId="{6F00C644-E892-4241-9519-6DF47F9A5DE6}" type="presOf" srcId="{D0CAE294-2C98-4E3A-946E-E15C6ACCEEA8}" destId="{D2AE2AE0-322F-43C3-91E3-272CAF81B808}" srcOrd="1" destOrd="0" presId="urn:microsoft.com/office/officeart/2005/8/layout/process1"/>
    <dgm:cxn modelId="{1A048C65-02BA-41F9-960F-9B2E31A3538A}" srcId="{60867CAB-FB1D-4FEB-9AA2-FFCA0ECD0AAB}" destId="{FCE59B77-B6B6-4830-8F58-2747AD799DFA}" srcOrd="4" destOrd="0" parTransId="{5C2F1B55-F046-40B3-A5DE-B4E4DC026B5D}" sibTransId="{041D2456-B631-48F0-AA1E-11D971806751}"/>
    <dgm:cxn modelId="{D7B09B45-3335-4285-A510-772DAB119DC7}" type="presOf" srcId="{2E03E269-997C-4234-BA7A-06F92F5C16C6}" destId="{6CF1BBF1-DC13-4A30-9570-C6F3736BE1C6}" srcOrd="0" destOrd="0" presId="urn:microsoft.com/office/officeart/2005/8/layout/process1"/>
    <dgm:cxn modelId="{C14F5C72-3BDB-4596-AD79-6B0642F27796}" srcId="{60867CAB-FB1D-4FEB-9AA2-FFCA0ECD0AAB}" destId="{43A37AEF-E07A-41C0-875A-A9722F41373C}" srcOrd="1" destOrd="0" parTransId="{32C76950-3641-445B-8315-617852AC96FB}" sibTransId="{13C27840-6AEE-426C-AE8E-F17E8BFF0732}"/>
    <dgm:cxn modelId="{5D978254-CE0E-4B32-A7F0-0788A0535C24}" type="presOf" srcId="{041D2456-B631-48F0-AA1E-11D971806751}" destId="{F8D93F3E-3ECC-4B2C-9161-CF13B7175EEC}" srcOrd="0" destOrd="0" presId="urn:microsoft.com/office/officeart/2005/8/layout/process1"/>
    <dgm:cxn modelId="{E63FC87A-6975-440F-83D0-D76B31B9323E}" type="presOf" srcId="{B74F00CB-BF0A-4001-B3A4-29124F3C59B8}" destId="{43D0D139-38BD-4F63-ABAD-F4C777E834CD}" srcOrd="0" destOrd="0" presId="urn:microsoft.com/office/officeart/2005/8/layout/process1"/>
    <dgm:cxn modelId="{EE309982-799A-44AA-AD13-EA6DE964FC1E}" type="presOf" srcId="{AD594475-F446-450F-B27D-DADB4ADEE31E}" destId="{5AED3225-9540-44EA-AA59-F06DE25CFEE6}" srcOrd="0" destOrd="0" presId="urn:microsoft.com/office/officeart/2005/8/layout/process1"/>
    <dgm:cxn modelId="{30E6D082-A949-49D0-BF44-DD470E2BE544}" srcId="{60867CAB-FB1D-4FEB-9AA2-FFCA0ECD0AAB}" destId="{B10E43C0-B847-4029-8B2A-3608868B37BB}" srcOrd="2" destOrd="0" parTransId="{4A69D776-D981-4B45-93FB-C8C917900C3D}" sibTransId="{171F1FFA-98D0-4970-9052-FE3FCC64992A}"/>
    <dgm:cxn modelId="{9565D186-46BF-49A8-B57C-CB8DFC479F52}" type="presOf" srcId="{4B459259-5190-46AA-92C7-63A8FBA51580}" destId="{9F9A82A8-858F-4C4A-AE19-D78BFCFB0968}" srcOrd="0" destOrd="0" presId="urn:microsoft.com/office/officeart/2005/8/layout/process1"/>
    <dgm:cxn modelId="{9F6B168A-2A80-4E2A-B9EA-A7D1A6B4FDDA}" type="presOf" srcId="{892862C0-3ACD-403A-883E-4FDB0788C895}" destId="{266476C6-C772-4577-9193-8592D2237B16}" srcOrd="1" destOrd="0" presId="urn:microsoft.com/office/officeart/2005/8/layout/process1"/>
    <dgm:cxn modelId="{918AFB98-ACE9-4115-9A8E-ED5F21067D67}" srcId="{60867CAB-FB1D-4FEB-9AA2-FFCA0ECD0AAB}" destId="{B55A218F-0EA9-4E22-92EF-0406EE7BC4A2}" srcOrd="5" destOrd="0" parTransId="{23C08BB5-E5E5-45EB-95D9-86413E36143C}" sibTransId="{892862C0-3ACD-403A-883E-4FDB0788C895}"/>
    <dgm:cxn modelId="{FAE648CC-8321-408E-9C2F-94E8C4D9310B}" srcId="{60867CAB-FB1D-4FEB-9AA2-FFCA0ECD0AAB}" destId="{2E03E269-997C-4234-BA7A-06F92F5C16C6}" srcOrd="3" destOrd="0" parTransId="{A77F3AB0-1075-40D8-96AA-4E783B543C63}" sibTransId="{AD594475-F446-450F-B27D-DADB4ADEE31E}"/>
    <dgm:cxn modelId="{EA3CBCCD-31A9-4DEF-944C-F720A3D725FF}" type="presOf" srcId="{171F1FFA-98D0-4970-9052-FE3FCC64992A}" destId="{DB2A0B58-9ACC-4A6A-AC31-910EF6F128DB}" srcOrd="1" destOrd="0" presId="urn:microsoft.com/office/officeart/2005/8/layout/process1"/>
    <dgm:cxn modelId="{3DE7DDD8-A536-45A2-A172-3550DD356AED}" type="presOf" srcId="{D0CAE294-2C98-4E3A-946E-E15C6ACCEEA8}" destId="{5719454C-10F5-461B-844C-BC1BDC398E9E}" srcOrd="0" destOrd="0" presId="urn:microsoft.com/office/officeart/2005/8/layout/process1"/>
    <dgm:cxn modelId="{E49C9BDD-33D8-40A6-A046-C7DF5B970821}" type="presOf" srcId="{FCE59B77-B6B6-4830-8F58-2747AD799DFA}" destId="{BF8DB47C-953C-45F1-B593-9891EF75B831}" srcOrd="0" destOrd="0" presId="urn:microsoft.com/office/officeart/2005/8/layout/process1"/>
    <dgm:cxn modelId="{AAB9C6E6-78E0-4428-9546-0648D422FB0E}" type="presOf" srcId="{041D2456-B631-48F0-AA1E-11D971806751}" destId="{4CCD8553-87D6-425C-B1CC-BE12E8275E1A}" srcOrd="1" destOrd="0" presId="urn:microsoft.com/office/officeart/2005/8/layout/process1"/>
    <dgm:cxn modelId="{B7D941EB-FC46-42C9-BE04-7F86EAE87AC4}" type="presOf" srcId="{B10E43C0-B847-4029-8B2A-3608868B37BB}" destId="{6A2010A7-AAA1-4E9E-B7F3-70F0262E0D6E}" srcOrd="0" destOrd="0" presId="urn:microsoft.com/office/officeart/2005/8/layout/process1"/>
    <dgm:cxn modelId="{2F34E22E-F630-4412-97F7-6E3030899CC3}" type="presParOf" srcId="{27065891-F072-4B39-A29F-494503CE5D88}" destId="{43D0D139-38BD-4F63-ABAD-F4C777E834CD}" srcOrd="0" destOrd="0" presId="urn:microsoft.com/office/officeart/2005/8/layout/process1"/>
    <dgm:cxn modelId="{0E14D018-2AAA-4C22-855D-ED2606D872F4}" type="presParOf" srcId="{27065891-F072-4B39-A29F-494503CE5D88}" destId="{5719454C-10F5-461B-844C-BC1BDC398E9E}" srcOrd="1" destOrd="0" presId="urn:microsoft.com/office/officeart/2005/8/layout/process1"/>
    <dgm:cxn modelId="{4440479A-40CD-4E77-8C06-1071D345DFCB}" type="presParOf" srcId="{5719454C-10F5-461B-844C-BC1BDC398E9E}" destId="{D2AE2AE0-322F-43C3-91E3-272CAF81B808}" srcOrd="0" destOrd="0" presId="urn:microsoft.com/office/officeart/2005/8/layout/process1"/>
    <dgm:cxn modelId="{4673F286-DE32-487A-BC6F-CD847B0658B2}" type="presParOf" srcId="{27065891-F072-4B39-A29F-494503CE5D88}" destId="{B6291414-D00D-4B9E-AAC1-33489766C952}" srcOrd="2" destOrd="0" presId="urn:microsoft.com/office/officeart/2005/8/layout/process1"/>
    <dgm:cxn modelId="{DD1D97F9-4F55-42E1-ACB4-1B091367224B}" type="presParOf" srcId="{27065891-F072-4B39-A29F-494503CE5D88}" destId="{990E86D0-45CB-491F-97DC-D87E37AC2813}" srcOrd="3" destOrd="0" presId="urn:microsoft.com/office/officeart/2005/8/layout/process1"/>
    <dgm:cxn modelId="{4496A106-0E21-4CF6-8B94-88E37544BCA4}" type="presParOf" srcId="{990E86D0-45CB-491F-97DC-D87E37AC2813}" destId="{D1F7B14A-F723-41DD-B01D-344CFF6A0640}" srcOrd="0" destOrd="0" presId="urn:microsoft.com/office/officeart/2005/8/layout/process1"/>
    <dgm:cxn modelId="{6D397060-F080-46CC-9F12-B1A435E20C1A}" type="presParOf" srcId="{27065891-F072-4B39-A29F-494503CE5D88}" destId="{6A2010A7-AAA1-4E9E-B7F3-70F0262E0D6E}" srcOrd="4" destOrd="0" presId="urn:microsoft.com/office/officeart/2005/8/layout/process1"/>
    <dgm:cxn modelId="{954EFD92-229B-4141-AB11-5016DB088357}" type="presParOf" srcId="{27065891-F072-4B39-A29F-494503CE5D88}" destId="{BA320EFB-12A6-464B-B9DB-5AE00A08A1E2}" srcOrd="5" destOrd="0" presId="urn:microsoft.com/office/officeart/2005/8/layout/process1"/>
    <dgm:cxn modelId="{387645C2-43F3-4797-AB5D-FB7864DD389B}" type="presParOf" srcId="{BA320EFB-12A6-464B-B9DB-5AE00A08A1E2}" destId="{DB2A0B58-9ACC-4A6A-AC31-910EF6F128DB}" srcOrd="0" destOrd="0" presId="urn:microsoft.com/office/officeart/2005/8/layout/process1"/>
    <dgm:cxn modelId="{10651C8B-580E-43BE-9E70-1C3C36946DD0}" type="presParOf" srcId="{27065891-F072-4B39-A29F-494503CE5D88}" destId="{6CF1BBF1-DC13-4A30-9570-C6F3736BE1C6}" srcOrd="6" destOrd="0" presId="urn:microsoft.com/office/officeart/2005/8/layout/process1"/>
    <dgm:cxn modelId="{A3433689-E959-4E6B-841D-037952897267}" type="presParOf" srcId="{27065891-F072-4B39-A29F-494503CE5D88}" destId="{5AED3225-9540-44EA-AA59-F06DE25CFEE6}" srcOrd="7" destOrd="0" presId="urn:microsoft.com/office/officeart/2005/8/layout/process1"/>
    <dgm:cxn modelId="{233CE9B9-5583-4648-A7E6-D1B6EB9D713A}" type="presParOf" srcId="{5AED3225-9540-44EA-AA59-F06DE25CFEE6}" destId="{3F36AB5B-951E-4F34-91B6-ED105D48A358}" srcOrd="0" destOrd="0" presId="urn:microsoft.com/office/officeart/2005/8/layout/process1"/>
    <dgm:cxn modelId="{5A5F16BD-ED86-43A7-87E2-C32BBC1AD30D}" type="presParOf" srcId="{27065891-F072-4B39-A29F-494503CE5D88}" destId="{BF8DB47C-953C-45F1-B593-9891EF75B831}" srcOrd="8" destOrd="0" presId="urn:microsoft.com/office/officeart/2005/8/layout/process1"/>
    <dgm:cxn modelId="{79F220A6-285B-41FE-8396-0E2B4FBB1A97}" type="presParOf" srcId="{27065891-F072-4B39-A29F-494503CE5D88}" destId="{F8D93F3E-3ECC-4B2C-9161-CF13B7175EEC}" srcOrd="9" destOrd="0" presId="urn:microsoft.com/office/officeart/2005/8/layout/process1"/>
    <dgm:cxn modelId="{F227049C-36E4-44D5-80C0-8058F733653A}" type="presParOf" srcId="{F8D93F3E-3ECC-4B2C-9161-CF13B7175EEC}" destId="{4CCD8553-87D6-425C-B1CC-BE12E8275E1A}" srcOrd="0" destOrd="0" presId="urn:microsoft.com/office/officeart/2005/8/layout/process1"/>
    <dgm:cxn modelId="{65835D59-6909-4951-B054-7138F7FF305D}" type="presParOf" srcId="{27065891-F072-4B39-A29F-494503CE5D88}" destId="{583445E4-0EAB-4039-9073-FC35196C502C}" srcOrd="10" destOrd="0" presId="urn:microsoft.com/office/officeart/2005/8/layout/process1"/>
    <dgm:cxn modelId="{62EFCA04-2D23-4515-BD52-E2F591623348}" type="presParOf" srcId="{27065891-F072-4B39-A29F-494503CE5D88}" destId="{6EB640EF-2C67-4938-85BE-904DD619837C}" srcOrd="11" destOrd="0" presId="urn:microsoft.com/office/officeart/2005/8/layout/process1"/>
    <dgm:cxn modelId="{F7F05514-F37C-4F7F-A72B-022B73B362F0}" type="presParOf" srcId="{6EB640EF-2C67-4938-85BE-904DD619837C}" destId="{266476C6-C772-4577-9193-8592D2237B16}" srcOrd="0" destOrd="0" presId="urn:microsoft.com/office/officeart/2005/8/layout/process1"/>
    <dgm:cxn modelId="{142AFA16-125A-41A1-A349-4F564F4436AE}" type="presParOf" srcId="{27065891-F072-4B39-A29F-494503CE5D88}" destId="{9F9A82A8-858F-4C4A-AE19-D78BFCFB0968}" srcOrd="1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B3263A0-7B8F-4155-9F71-3D73C22BAA49}"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tr-TR"/>
        </a:p>
      </dgm:t>
    </dgm:pt>
    <dgm:pt modelId="{8F4D871D-991F-4303-8AA1-4B0E4011AE17}">
      <dgm:prSet phldrT="[Metin]"/>
      <dgm:spPr/>
      <dgm:t>
        <a:bodyPr/>
        <a:lstStyle/>
        <a:p>
          <a:r>
            <a:rPr lang="tr-TR" dirty="0"/>
            <a:t>Başlatıcı</a:t>
          </a:r>
        </a:p>
      </dgm:t>
    </dgm:pt>
    <dgm:pt modelId="{0E874B8D-3D5A-4C3C-B5AB-1453B45F7B7F}" type="parTrans" cxnId="{8118488F-E8A3-43DD-A086-3E9AEA1A0551}">
      <dgm:prSet/>
      <dgm:spPr/>
      <dgm:t>
        <a:bodyPr/>
        <a:lstStyle/>
        <a:p>
          <a:endParaRPr lang="tr-TR"/>
        </a:p>
      </dgm:t>
    </dgm:pt>
    <dgm:pt modelId="{BDEBC231-5CB8-4B50-A2B8-022FBA010501}" type="sibTrans" cxnId="{8118488F-E8A3-43DD-A086-3E9AEA1A0551}">
      <dgm:prSet/>
      <dgm:spPr/>
      <dgm:t>
        <a:bodyPr/>
        <a:lstStyle/>
        <a:p>
          <a:endParaRPr lang="tr-TR"/>
        </a:p>
      </dgm:t>
    </dgm:pt>
    <dgm:pt modelId="{D8EEEA9E-F02B-4A47-BF3B-AC1CC465205E}">
      <dgm:prSet phldrT="[Metin]"/>
      <dgm:spPr/>
      <dgm:t>
        <a:bodyPr/>
        <a:lstStyle/>
        <a:p>
          <a:r>
            <a:rPr lang="tr-TR" dirty="0"/>
            <a:t>Başlatıcı 1</a:t>
          </a:r>
        </a:p>
      </dgm:t>
    </dgm:pt>
    <dgm:pt modelId="{38940ED0-9FAF-4963-AF30-D57E8DFD0B78}" type="parTrans" cxnId="{5084B096-EC4F-45D0-B6C6-009FFEFCB598}">
      <dgm:prSet/>
      <dgm:spPr/>
      <dgm:t>
        <a:bodyPr/>
        <a:lstStyle/>
        <a:p>
          <a:endParaRPr lang="tr-TR"/>
        </a:p>
      </dgm:t>
    </dgm:pt>
    <dgm:pt modelId="{803C9065-C54E-40FE-8C20-9B302AD6E12D}" type="sibTrans" cxnId="{5084B096-EC4F-45D0-B6C6-009FFEFCB598}">
      <dgm:prSet/>
      <dgm:spPr/>
      <dgm:t>
        <a:bodyPr/>
        <a:lstStyle/>
        <a:p>
          <a:endParaRPr lang="tr-TR"/>
        </a:p>
      </dgm:t>
    </dgm:pt>
    <dgm:pt modelId="{3F54EE77-33BD-473C-85D2-871F676C599B}">
      <dgm:prSet phldrT="[Metin]"/>
      <dgm:spPr/>
      <dgm:t>
        <a:bodyPr/>
        <a:lstStyle/>
        <a:p>
          <a:r>
            <a:rPr lang="tr-TR" dirty="0"/>
            <a:t>Başlatıcı 2</a:t>
          </a:r>
        </a:p>
      </dgm:t>
    </dgm:pt>
    <dgm:pt modelId="{41F75B63-8471-45FC-A8DE-F024D69A66F7}" type="parTrans" cxnId="{B50F9CCF-DAA1-41C4-A033-4AA60648D4F7}">
      <dgm:prSet/>
      <dgm:spPr/>
      <dgm:t>
        <a:bodyPr/>
        <a:lstStyle/>
        <a:p>
          <a:endParaRPr lang="tr-TR"/>
        </a:p>
      </dgm:t>
    </dgm:pt>
    <dgm:pt modelId="{99E889AB-A520-4020-ABA5-D410DB75D73A}" type="sibTrans" cxnId="{B50F9CCF-DAA1-41C4-A033-4AA60648D4F7}">
      <dgm:prSet/>
      <dgm:spPr/>
      <dgm:t>
        <a:bodyPr/>
        <a:lstStyle/>
        <a:p>
          <a:endParaRPr lang="tr-TR"/>
        </a:p>
      </dgm:t>
    </dgm:pt>
    <dgm:pt modelId="{568689C5-AA23-4B24-9EF2-648EFACB99B5}">
      <dgm:prSet phldrT="[Metin]"/>
      <dgm:spPr/>
      <dgm:t>
        <a:bodyPr/>
        <a:lstStyle/>
        <a:p>
          <a:r>
            <a:rPr lang="tr-TR" dirty="0"/>
            <a:t>Kaynak</a:t>
          </a:r>
        </a:p>
      </dgm:t>
    </dgm:pt>
    <dgm:pt modelId="{5B4DF610-5DBE-4DEA-8053-283CD2E58528}" type="parTrans" cxnId="{174D46F5-ED85-4EA1-A468-D6D171B4BB51}">
      <dgm:prSet/>
      <dgm:spPr/>
      <dgm:t>
        <a:bodyPr/>
        <a:lstStyle/>
        <a:p>
          <a:endParaRPr lang="tr-TR"/>
        </a:p>
      </dgm:t>
    </dgm:pt>
    <dgm:pt modelId="{6EF093EE-5A74-4EF5-BB50-B1293F408733}" type="sibTrans" cxnId="{174D46F5-ED85-4EA1-A468-D6D171B4BB51}">
      <dgm:prSet/>
      <dgm:spPr/>
      <dgm:t>
        <a:bodyPr/>
        <a:lstStyle/>
        <a:p>
          <a:endParaRPr lang="tr-TR"/>
        </a:p>
      </dgm:t>
    </dgm:pt>
    <dgm:pt modelId="{CD86A567-93F8-4D7F-A153-D6E4B1FD092C}">
      <dgm:prSet phldrT="[Metin]"/>
      <dgm:spPr/>
      <dgm:t>
        <a:bodyPr/>
        <a:lstStyle/>
        <a:p>
          <a:r>
            <a:rPr lang="tr-TR" dirty="0"/>
            <a:t>İnsan</a:t>
          </a:r>
        </a:p>
      </dgm:t>
    </dgm:pt>
    <dgm:pt modelId="{7476AFE9-13DF-437B-9AD7-2186649465C9}" type="parTrans" cxnId="{F703F8BD-470F-4714-BEF3-0E61A812E616}">
      <dgm:prSet/>
      <dgm:spPr/>
      <dgm:t>
        <a:bodyPr/>
        <a:lstStyle/>
        <a:p>
          <a:endParaRPr lang="tr-TR"/>
        </a:p>
      </dgm:t>
    </dgm:pt>
    <dgm:pt modelId="{AF239F5B-FC46-404D-A07E-F5FDA3D6D33A}" type="sibTrans" cxnId="{F703F8BD-470F-4714-BEF3-0E61A812E616}">
      <dgm:prSet/>
      <dgm:spPr/>
      <dgm:t>
        <a:bodyPr/>
        <a:lstStyle/>
        <a:p>
          <a:endParaRPr lang="tr-TR"/>
        </a:p>
      </dgm:t>
    </dgm:pt>
    <dgm:pt modelId="{EE0FF441-F7AC-48B5-8CDB-621C481291D1}">
      <dgm:prSet phldrT="[Metin]"/>
      <dgm:spPr/>
      <dgm:t>
        <a:bodyPr/>
        <a:lstStyle/>
        <a:p>
          <a:r>
            <a:rPr lang="tr-TR" dirty="0"/>
            <a:t>Ürün</a:t>
          </a:r>
        </a:p>
      </dgm:t>
    </dgm:pt>
    <dgm:pt modelId="{0353B63B-1E0C-408D-A67D-54870D479D6F}" type="parTrans" cxnId="{3E1CAB4B-9F57-42FB-80F2-DB4E86E5F95B}">
      <dgm:prSet/>
      <dgm:spPr/>
      <dgm:t>
        <a:bodyPr/>
        <a:lstStyle/>
        <a:p>
          <a:endParaRPr lang="tr-TR"/>
        </a:p>
      </dgm:t>
    </dgm:pt>
    <dgm:pt modelId="{5ABF6330-5FF2-4B2E-9991-641FFA4A4926}" type="sibTrans" cxnId="{3E1CAB4B-9F57-42FB-80F2-DB4E86E5F95B}">
      <dgm:prSet/>
      <dgm:spPr/>
      <dgm:t>
        <a:bodyPr/>
        <a:lstStyle/>
        <a:p>
          <a:endParaRPr lang="tr-TR"/>
        </a:p>
      </dgm:t>
    </dgm:pt>
    <dgm:pt modelId="{BCBFA801-1471-434D-89AE-865AC36E209D}">
      <dgm:prSet phldrT="[Metin]"/>
      <dgm:spPr/>
      <dgm:t>
        <a:bodyPr/>
        <a:lstStyle/>
        <a:p>
          <a:r>
            <a:rPr lang="tr-TR" dirty="0"/>
            <a:t>Üretim</a:t>
          </a:r>
        </a:p>
      </dgm:t>
    </dgm:pt>
    <dgm:pt modelId="{C0ED0BA4-25CA-4592-9244-FFC1D615DBCE}" type="parTrans" cxnId="{C8BF8349-80FC-4929-A673-7CBDC087F98B}">
      <dgm:prSet/>
      <dgm:spPr/>
      <dgm:t>
        <a:bodyPr/>
        <a:lstStyle/>
        <a:p>
          <a:endParaRPr lang="tr-TR"/>
        </a:p>
      </dgm:t>
    </dgm:pt>
    <dgm:pt modelId="{B0B5504B-F124-420D-B680-FD0BE9716716}" type="sibTrans" cxnId="{C8BF8349-80FC-4929-A673-7CBDC087F98B}">
      <dgm:prSet/>
      <dgm:spPr/>
      <dgm:t>
        <a:bodyPr/>
        <a:lstStyle/>
        <a:p>
          <a:endParaRPr lang="tr-TR"/>
        </a:p>
      </dgm:t>
    </dgm:pt>
    <dgm:pt modelId="{0B25F689-55AB-4DBD-A849-F33E5F8953A1}">
      <dgm:prSet phldrT="[Metin]"/>
      <dgm:spPr/>
      <dgm:t>
        <a:bodyPr/>
        <a:lstStyle/>
        <a:p>
          <a:r>
            <a:rPr lang="tr-TR" dirty="0"/>
            <a:t>Taşınır</a:t>
          </a:r>
        </a:p>
      </dgm:t>
    </dgm:pt>
    <dgm:pt modelId="{F0052E59-A03F-47E3-BA6F-C9294642748E}" type="parTrans" cxnId="{D8491C40-848E-4004-B5EF-6204A2FA25A6}">
      <dgm:prSet/>
      <dgm:spPr/>
      <dgm:t>
        <a:bodyPr/>
        <a:lstStyle/>
        <a:p>
          <a:endParaRPr lang="tr-TR"/>
        </a:p>
      </dgm:t>
    </dgm:pt>
    <dgm:pt modelId="{C3C06D7D-A4FE-4E63-8F19-0702D2BCCBA9}" type="sibTrans" cxnId="{D8491C40-848E-4004-B5EF-6204A2FA25A6}">
      <dgm:prSet/>
      <dgm:spPr/>
      <dgm:t>
        <a:bodyPr/>
        <a:lstStyle/>
        <a:p>
          <a:endParaRPr lang="tr-TR"/>
        </a:p>
      </dgm:t>
    </dgm:pt>
    <dgm:pt modelId="{AE8393B1-110C-4C0C-8006-B8646B475C1C}">
      <dgm:prSet phldrT="[Metin]"/>
      <dgm:spPr/>
      <dgm:t>
        <a:bodyPr/>
        <a:lstStyle/>
        <a:p>
          <a:r>
            <a:rPr lang="tr-TR" dirty="0"/>
            <a:t>Taşınmaz</a:t>
          </a:r>
        </a:p>
      </dgm:t>
    </dgm:pt>
    <dgm:pt modelId="{F344193F-1C8A-4CE4-B9C9-E1D522D713C3}" type="parTrans" cxnId="{5473BE18-835F-4AB0-8F6C-7911226E4FBC}">
      <dgm:prSet/>
      <dgm:spPr/>
      <dgm:t>
        <a:bodyPr/>
        <a:lstStyle/>
        <a:p>
          <a:endParaRPr lang="tr-TR"/>
        </a:p>
      </dgm:t>
    </dgm:pt>
    <dgm:pt modelId="{78DFB02A-B84A-439B-BCD4-263391604049}" type="sibTrans" cxnId="{5473BE18-835F-4AB0-8F6C-7911226E4FBC}">
      <dgm:prSet/>
      <dgm:spPr/>
      <dgm:t>
        <a:bodyPr/>
        <a:lstStyle/>
        <a:p>
          <a:endParaRPr lang="tr-TR"/>
        </a:p>
      </dgm:t>
    </dgm:pt>
    <dgm:pt modelId="{562E8A34-1E54-4DAB-A56D-133FEC5F83F0}">
      <dgm:prSet phldrT="[Metin]"/>
      <dgm:spPr/>
      <dgm:t>
        <a:bodyPr/>
        <a:lstStyle/>
        <a:p>
          <a:r>
            <a:rPr lang="tr-TR" dirty="0"/>
            <a:t>Pazarlama</a:t>
          </a:r>
        </a:p>
      </dgm:t>
    </dgm:pt>
    <dgm:pt modelId="{55382C73-1E7F-4623-B7A0-6B8FECCCA120}" type="parTrans" cxnId="{9DDCFEA1-648A-46C8-8C55-75F14027F770}">
      <dgm:prSet/>
      <dgm:spPr/>
      <dgm:t>
        <a:bodyPr/>
        <a:lstStyle/>
        <a:p>
          <a:endParaRPr lang="tr-TR"/>
        </a:p>
      </dgm:t>
    </dgm:pt>
    <dgm:pt modelId="{5CB69688-0F0F-4721-9A1F-B7D9141FF480}" type="sibTrans" cxnId="{9DDCFEA1-648A-46C8-8C55-75F14027F770}">
      <dgm:prSet/>
      <dgm:spPr/>
      <dgm:t>
        <a:bodyPr/>
        <a:lstStyle/>
        <a:p>
          <a:endParaRPr lang="tr-TR"/>
        </a:p>
      </dgm:t>
    </dgm:pt>
    <dgm:pt modelId="{91FCD883-45A9-4239-AAC3-1ADE2A5E7C54}">
      <dgm:prSet phldrT="[Metin]"/>
      <dgm:spPr/>
      <dgm:t>
        <a:bodyPr/>
        <a:lstStyle/>
        <a:p>
          <a:r>
            <a:rPr lang="tr-TR" dirty="0"/>
            <a:t>Satış</a:t>
          </a:r>
        </a:p>
      </dgm:t>
    </dgm:pt>
    <dgm:pt modelId="{CD582A62-2799-4FE7-853A-41577159BF23}" type="parTrans" cxnId="{AA5E3039-6095-4920-BE87-EDAA8D83B860}">
      <dgm:prSet/>
      <dgm:spPr/>
      <dgm:t>
        <a:bodyPr/>
        <a:lstStyle/>
        <a:p>
          <a:endParaRPr lang="tr-TR"/>
        </a:p>
      </dgm:t>
    </dgm:pt>
    <dgm:pt modelId="{5542341A-C659-477F-BEA0-5D14452414F2}" type="sibTrans" cxnId="{AA5E3039-6095-4920-BE87-EDAA8D83B860}">
      <dgm:prSet/>
      <dgm:spPr/>
      <dgm:t>
        <a:bodyPr/>
        <a:lstStyle/>
        <a:p>
          <a:endParaRPr lang="tr-TR"/>
        </a:p>
      </dgm:t>
    </dgm:pt>
    <dgm:pt modelId="{24E67694-9021-4ADE-A14A-A20FBB7C85A4}" type="pres">
      <dgm:prSet presAssocID="{AB3263A0-7B8F-4155-9F71-3D73C22BAA49}" presName="Name0" presStyleCnt="0">
        <dgm:presLayoutVars>
          <dgm:chPref val="3"/>
          <dgm:dir/>
          <dgm:animLvl val="lvl"/>
          <dgm:resizeHandles/>
        </dgm:presLayoutVars>
      </dgm:prSet>
      <dgm:spPr/>
    </dgm:pt>
    <dgm:pt modelId="{DE2051EE-661D-49D3-B181-5B56B09D5B69}" type="pres">
      <dgm:prSet presAssocID="{8F4D871D-991F-4303-8AA1-4B0E4011AE17}" presName="horFlow" presStyleCnt="0"/>
      <dgm:spPr/>
    </dgm:pt>
    <dgm:pt modelId="{768589FB-64C4-4F71-983E-73CF2B7C81D0}" type="pres">
      <dgm:prSet presAssocID="{8F4D871D-991F-4303-8AA1-4B0E4011AE17}" presName="bigChev" presStyleLbl="node1" presStyleIdx="0" presStyleCnt="3"/>
      <dgm:spPr/>
    </dgm:pt>
    <dgm:pt modelId="{53E31698-49E9-4F1C-9943-DFA5FD8A1031}" type="pres">
      <dgm:prSet presAssocID="{38940ED0-9FAF-4963-AF30-D57E8DFD0B78}" presName="parTrans" presStyleCnt="0"/>
      <dgm:spPr/>
    </dgm:pt>
    <dgm:pt modelId="{8064F0C6-399D-4145-BD24-140D4FD75C1E}" type="pres">
      <dgm:prSet presAssocID="{D8EEEA9E-F02B-4A47-BF3B-AC1CC465205E}" presName="node" presStyleLbl="alignAccFollowNode1" presStyleIdx="0" presStyleCnt="8">
        <dgm:presLayoutVars>
          <dgm:bulletEnabled val="1"/>
        </dgm:presLayoutVars>
      </dgm:prSet>
      <dgm:spPr/>
    </dgm:pt>
    <dgm:pt modelId="{824CD89A-4739-4400-8155-532898EDCEAC}" type="pres">
      <dgm:prSet presAssocID="{803C9065-C54E-40FE-8C20-9B302AD6E12D}" presName="sibTrans" presStyleCnt="0"/>
      <dgm:spPr/>
    </dgm:pt>
    <dgm:pt modelId="{25AC60E8-3F8D-4E89-A66A-72D8DE1B4137}" type="pres">
      <dgm:prSet presAssocID="{3F54EE77-33BD-473C-85D2-871F676C599B}" presName="node" presStyleLbl="alignAccFollowNode1" presStyleIdx="1" presStyleCnt="8">
        <dgm:presLayoutVars>
          <dgm:bulletEnabled val="1"/>
        </dgm:presLayoutVars>
      </dgm:prSet>
      <dgm:spPr/>
    </dgm:pt>
    <dgm:pt modelId="{FC3BEFE5-8BC6-46D3-AFA9-48928DB604CE}" type="pres">
      <dgm:prSet presAssocID="{8F4D871D-991F-4303-8AA1-4B0E4011AE17}" presName="vSp" presStyleCnt="0"/>
      <dgm:spPr/>
    </dgm:pt>
    <dgm:pt modelId="{CFC207D8-E9D0-4B66-8E28-7A7085E69AD0}" type="pres">
      <dgm:prSet presAssocID="{568689C5-AA23-4B24-9EF2-648EFACB99B5}" presName="horFlow" presStyleCnt="0"/>
      <dgm:spPr/>
    </dgm:pt>
    <dgm:pt modelId="{DBEDE975-83FE-43FF-8107-F3C80777844D}" type="pres">
      <dgm:prSet presAssocID="{568689C5-AA23-4B24-9EF2-648EFACB99B5}" presName="bigChev" presStyleLbl="node1" presStyleIdx="1" presStyleCnt="3"/>
      <dgm:spPr/>
    </dgm:pt>
    <dgm:pt modelId="{C9960DF5-6138-42BC-A059-D0608E0BE8C3}" type="pres">
      <dgm:prSet presAssocID="{7476AFE9-13DF-437B-9AD7-2186649465C9}" presName="parTrans" presStyleCnt="0"/>
      <dgm:spPr/>
    </dgm:pt>
    <dgm:pt modelId="{622420F8-EBBC-4093-B0D3-0A39275FC5F1}" type="pres">
      <dgm:prSet presAssocID="{CD86A567-93F8-4D7F-A153-D6E4B1FD092C}" presName="node" presStyleLbl="alignAccFollowNode1" presStyleIdx="2" presStyleCnt="8">
        <dgm:presLayoutVars>
          <dgm:bulletEnabled val="1"/>
        </dgm:presLayoutVars>
      </dgm:prSet>
      <dgm:spPr/>
    </dgm:pt>
    <dgm:pt modelId="{8E4611BE-4C5F-453E-8850-2A06CA897FA6}" type="pres">
      <dgm:prSet presAssocID="{AF239F5B-FC46-404D-A07E-F5FDA3D6D33A}" presName="sibTrans" presStyleCnt="0"/>
      <dgm:spPr/>
    </dgm:pt>
    <dgm:pt modelId="{69AF9BBE-D9C0-45DF-B6EF-9F4E81278C34}" type="pres">
      <dgm:prSet presAssocID="{0B25F689-55AB-4DBD-A849-F33E5F8953A1}" presName="node" presStyleLbl="alignAccFollowNode1" presStyleIdx="3" presStyleCnt="8">
        <dgm:presLayoutVars>
          <dgm:bulletEnabled val="1"/>
        </dgm:presLayoutVars>
      </dgm:prSet>
      <dgm:spPr/>
    </dgm:pt>
    <dgm:pt modelId="{D48B11FD-4479-4759-AC01-27723CCB5B82}" type="pres">
      <dgm:prSet presAssocID="{C3C06D7D-A4FE-4E63-8F19-0702D2BCCBA9}" presName="sibTrans" presStyleCnt="0"/>
      <dgm:spPr/>
    </dgm:pt>
    <dgm:pt modelId="{5157CCA5-E58A-46E5-B8AF-9422EA81732F}" type="pres">
      <dgm:prSet presAssocID="{AE8393B1-110C-4C0C-8006-B8646B475C1C}" presName="node" presStyleLbl="alignAccFollowNode1" presStyleIdx="4" presStyleCnt="8">
        <dgm:presLayoutVars>
          <dgm:bulletEnabled val="1"/>
        </dgm:presLayoutVars>
      </dgm:prSet>
      <dgm:spPr/>
    </dgm:pt>
    <dgm:pt modelId="{2B62A6D3-D05F-40CE-B976-637C249DEC37}" type="pres">
      <dgm:prSet presAssocID="{568689C5-AA23-4B24-9EF2-648EFACB99B5}" presName="vSp" presStyleCnt="0"/>
      <dgm:spPr/>
    </dgm:pt>
    <dgm:pt modelId="{CF2CA6DF-D61C-4AC9-84FC-7A24827C4BE2}" type="pres">
      <dgm:prSet presAssocID="{EE0FF441-F7AC-48B5-8CDB-621C481291D1}" presName="horFlow" presStyleCnt="0"/>
      <dgm:spPr/>
    </dgm:pt>
    <dgm:pt modelId="{2C3B96CA-392D-4862-96DE-723BFD9F41A7}" type="pres">
      <dgm:prSet presAssocID="{EE0FF441-F7AC-48B5-8CDB-621C481291D1}" presName="bigChev" presStyleLbl="node1" presStyleIdx="2" presStyleCnt="3"/>
      <dgm:spPr/>
    </dgm:pt>
    <dgm:pt modelId="{5C127557-5203-40F8-BBF4-0A00FF19B549}" type="pres">
      <dgm:prSet presAssocID="{C0ED0BA4-25CA-4592-9244-FFC1D615DBCE}" presName="parTrans" presStyleCnt="0"/>
      <dgm:spPr/>
    </dgm:pt>
    <dgm:pt modelId="{A3659338-9AD7-4D9A-885E-987129CFBEBC}" type="pres">
      <dgm:prSet presAssocID="{BCBFA801-1471-434D-89AE-865AC36E209D}" presName="node" presStyleLbl="alignAccFollowNode1" presStyleIdx="5" presStyleCnt="8">
        <dgm:presLayoutVars>
          <dgm:bulletEnabled val="1"/>
        </dgm:presLayoutVars>
      </dgm:prSet>
      <dgm:spPr/>
    </dgm:pt>
    <dgm:pt modelId="{3662E335-FAF1-49EE-98B2-50C58F3D8839}" type="pres">
      <dgm:prSet presAssocID="{B0B5504B-F124-420D-B680-FD0BE9716716}" presName="sibTrans" presStyleCnt="0"/>
      <dgm:spPr/>
    </dgm:pt>
    <dgm:pt modelId="{36BF8F44-8721-4CDF-B6B5-96D51AA767AA}" type="pres">
      <dgm:prSet presAssocID="{562E8A34-1E54-4DAB-A56D-133FEC5F83F0}" presName="node" presStyleLbl="alignAccFollowNode1" presStyleIdx="6" presStyleCnt="8">
        <dgm:presLayoutVars>
          <dgm:bulletEnabled val="1"/>
        </dgm:presLayoutVars>
      </dgm:prSet>
      <dgm:spPr/>
    </dgm:pt>
    <dgm:pt modelId="{974238E5-B24D-4C45-9AD0-53421600FE11}" type="pres">
      <dgm:prSet presAssocID="{5CB69688-0F0F-4721-9A1F-B7D9141FF480}" presName="sibTrans" presStyleCnt="0"/>
      <dgm:spPr/>
    </dgm:pt>
    <dgm:pt modelId="{AFD3FBB9-21C3-4D9D-875D-00268E90BD29}" type="pres">
      <dgm:prSet presAssocID="{91FCD883-45A9-4239-AAC3-1ADE2A5E7C54}" presName="node" presStyleLbl="alignAccFollowNode1" presStyleIdx="7" presStyleCnt="8">
        <dgm:presLayoutVars>
          <dgm:bulletEnabled val="1"/>
        </dgm:presLayoutVars>
      </dgm:prSet>
      <dgm:spPr/>
    </dgm:pt>
  </dgm:ptLst>
  <dgm:cxnLst>
    <dgm:cxn modelId="{49842502-93B7-4E2A-B96A-3992CA1C68A0}" type="presOf" srcId="{0B25F689-55AB-4DBD-A849-F33E5F8953A1}" destId="{69AF9BBE-D9C0-45DF-B6EF-9F4E81278C34}" srcOrd="0" destOrd="0" presId="urn:microsoft.com/office/officeart/2005/8/layout/lProcess3"/>
    <dgm:cxn modelId="{13875E06-8A38-4746-8055-72F179DBF5A2}" type="presOf" srcId="{3F54EE77-33BD-473C-85D2-871F676C599B}" destId="{25AC60E8-3F8D-4E89-A66A-72D8DE1B4137}" srcOrd="0" destOrd="0" presId="urn:microsoft.com/office/officeart/2005/8/layout/lProcess3"/>
    <dgm:cxn modelId="{5473BE18-835F-4AB0-8F6C-7911226E4FBC}" srcId="{568689C5-AA23-4B24-9EF2-648EFACB99B5}" destId="{AE8393B1-110C-4C0C-8006-B8646B475C1C}" srcOrd="2" destOrd="0" parTransId="{F344193F-1C8A-4CE4-B9C9-E1D522D713C3}" sibTransId="{78DFB02A-B84A-439B-BCD4-263391604049}"/>
    <dgm:cxn modelId="{34BAA731-EA39-4114-AF82-7145A7883EBF}" type="presOf" srcId="{AB3263A0-7B8F-4155-9F71-3D73C22BAA49}" destId="{24E67694-9021-4ADE-A14A-A20FBB7C85A4}" srcOrd="0" destOrd="0" presId="urn:microsoft.com/office/officeart/2005/8/layout/lProcess3"/>
    <dgm:cxn modelId="{0FB33B38-C8A8-4805-B240-88433F1D6C64}" type="presOf" srcId="{EE0FF441-F7AC-48B5-8CDB-621C481291D1}" destId="{2C3B96CA-392D-4862-96DE-723BFD9F41A7}" srcOrd="0" destOrd="0" presId="urn:microsoft.com/office/officeart/2005/8/layout/lProcess3"/>
    <dgm:cxn modelId="{AA5E3039-6095-4920-BE87-EDAA8D83B860}" srcId="{EE0FF441-F7AC-48B5-8CDB-621C481291D1}" destId="{91FCD883-45A9-4239-AAC3-1ADE2A5E7C54}" srcOrd="2" destOrd="0" parTransId="{CD582A62-2799-4FE7-853A-41577159BF23}" sibTransId="{5542341A-C659-477F-BEA0-5D14452414F2}"/>
    <dgm:cxn modelId="{4C45E139-110D-47E5-A968-1D3104ED756D}" type="presOf" srcId="{91FCD883-45A9-4239-AAC3-1ADE2A5E7C54}" destId="{AFD3FBB9-21C3-4D9D-875D-00268E90BD29}" srcOrd="0" destOrd="0" presId="urn:microsoft.com/office/officeart/2005/8/layout/lProcess3"/>
    <dgm:cxn modelId="{D8491C40-848E-4004-B5EF-6204A2FA25A6}" srcId="{568689C5-AA23-4B24-9EF2-648EFACB99B5}" destId="{0B25F689-55AB-4DBD-A849-F33E5F8953A1}" srcOrd="1" destOrd="0" parTransId="{F0052E59-A03F-47E3-BA6F-C9294642748E}" sibTransId="{C3C06D7D-A4FE-4E63-8F19-0702D2BCCBA9}"/>
    <dgm:cxn modelId="{C8BF8349-80FC-4929-A673-7CBDC087F98B}" srcId="{EE0FF441-F7AC-48B5-8CDB-621C481291D1}" destId="{BCBFA801-1471-434D-89AE-865AC36E209D}" srcOrd="0" destOrd="0" parTransId="{C0ED0BA4-25CA-4592-9244-FFC1D615DBCE}" sibTransId="{B0B5504B-F124-420D-B680-FD0BE9716716}"/>
    <dgm:cxn modelId="{3E1CAB4B-9F57-42FB-80F2-DB4E86E5F95B}" srcId="{AB3263A0-7B8F-4155-9F71-3D73C22BAA49}" destId="{EE0FF441-F7AC-48B5-8CDB-621C481291D1}" srcOrd="2" destOrd="0" parTransId="{0353B63B-1E0C-408D-A67D-54870D479D6F}" sibTransId="{5ABF6330-5FF2-4B2E-9991-641FFA4A4926}"/>
    <dgm:cxn modelId="{67073C4F-D42E-4180-ADD6-D227B892D262}" type="presOf" srcId="{562E8A34-1E54-4DAB-A56D-133FEC5F83F0}" destId="{36BF8F44-8721-4CDF-B6B5-96D51AA767AA}" srcOrd="0" destOrd="0" presId="urn:microsoft.com/office/officeart/2005/8/layout/lProcess3"/>
    <dgm:cxn modelId="{8118488F-E8A3-43DD-A086-3E9AEA1A0551}" srcId="{AB3263A0-7B8F-4155-9F71-3D73C22BAA49}" destId="{8F4D871D-991F-4303-8AA1-4B0E4011AE17}" srcOrd="0" destOrd="0" parTransId="{0E874B8D-3D5A-4C3C-B5AB-1453B45F7B7F}" sibTransId="{BDEBC231-5CB8-4B50-A2B8-022FBA010501}"/>
    <dgm:cxn modelId="{2E9E7E8F-E3C6-4BC4-AF83-524DC907902F}" type="presOf" srcId="{568689C5-AA23-4B24-9EF2-648EFACB99B5}" destId="{DBEDE975-83FE-43FF-8107-F3C80777844D}" srcOrd="0" destOrd="0" presId="urn:microsoft.com/office/officeart/2005/8/layout/lProcess3"/>
    <dgm:cxn modelId="{DBFDA292-1019-4EF0-8FB7-FC4656055593}" type="presOf" srcId="{BCBFA801-1471-434D-89AE-865AC36E209D}" destId="{A3659338-9AD7-4D9A-885E-987129CFBEBC}" srcOrd="0" destOrd="0" presId="urn:microsoft.com/office/officeart/2005/8/layout/lProcess3"/>
    <dgm:cxn modelId="{5084B096-EC4F-45D0-B6C6-009FFEFCB598}" srcId="{8F4D871D-991F-4303-8AA1-4B0E4011AE17}" destId="{D8EEEA9E-F02B-4A47-BF3B-AC1CC465205E}" srcOrd="0" destOrd="0" parTransId="{38940ED0-9FAF-4963-AF30-D57E8DFD0B78}" sibTransId="{803C9065-C54E-40FE-8C20-9B302AD6E12D}"/>
    <dgm:cxn modelId="{9DDCFEA1-648A-46C8-8C55-75F14027F770}" srcId="{EE0FF441-F7AC-48B5-8CDB-621C481291D1}" destId="{562E8A34-1E54-4DAB-A56D-133FEC5F83F0}" srcOrd="1" destOrd="0" parTransId="{55382C73-1E7F-4623-B7A0-6B8FECCCA120}" sibTransId="{5CB69688-0F0F-4721-9A1F-B7D9141FF480}"/>
    <dgm:cxn modelId="{1BC14DA6-DA18-4EB7-868D-EBAC7CA5259D}" type="presOf" srcId="{8F4D871D-991F-4303-8AA1-4B0E4011AE17}" destId="{768589FB-64C4-4F71-983E-73CF2B7C81D0}" srcOrd="0" destOrd="0" presId="urn:microsoft.com/office/officeart/2005/8/layout/lProcess3"/>
    <dgm:cxn modelId="{F703F8BD-470F-4714-BEF3-0E61A812E616}" srcId="{568689C5-AA23-4B24-9EF2-648EFACB99B5}" destId="{CD86A567-93F8-4D7F-A153-D6E4B1FD092C}" srcOrd="0" destOrd="0" parTransId="{7476AFE9-13DF-437B-9AD7-2186649465C9}" sibTransId="{AF239F5B-FC46-404D-A07E-F5FDA3D6D33A}"/>
    <dgm:cxn modelId="{B50F9CCF-DAA1-41C4-A033-4AA60648D4F7}" srcId="{8F4D871D-991F-4303-8AA1-4B0E4011AE17}" destId="{3F54EE77-33BD-473C-85D2-871F676C599B}" srcOrd="1" destOrd="0" parTransId="{41F75B63-8471-45FC-A8DE-F024D69A66F7}" sibTransId="{99E889AB-A520-4020-ABA5-D410DB75D73A}"/>
    <dgm:cxn modelId="{03FBA7D8-8EC5-4C81-B88D-EF12DF51990E}" type="presOf" srcId="{D8EEEA9E-F02B-4A47-BF3B-AC1CC465205E}" destId="{8064F0C6-399D-4145-BD24-140D4FD75C1E}" srcOrd="0" destOrd="0" presId="urn:microsoft.com/office/officeart/2005/8/layout/lProcess3"/>
    <dgm:cxn modelId="{07394CE7-5276-455F-8847-CB180222E8AD}" type="presOf" srcId="{AE8393B1-110C-4C0C-8006-B8646B475C1C}" destId="{5157CCA5-E58A-46E5-B8AF-9422EA81732F}" srcOrd="0" destOrd="0" presId="urn:microsoft.com/office/officeart/2005/8/layout/lProcess3"/>
    <dgm:cxn modelId="{174D46F5-ED85-4EA1-A468-D6D171B4BB51}" srcId="{AB3263A0-7B8F-4155-9F71-3D73C22BAA49}" destId="{568689C5-AA23-4B24-9EF2-648EFACB99B5}" srcOrd="1" destOrd="0" parTransId="{5B4DF610-5DBE-4DEA-8053-283CD2E58528}" sibTransId="{6EF093EE-5A74-4EF5-BB50-B1293F408733}"/>
    <dgm:cxn modelId="{E0C073FD-4EF3-4A73-8047-FC240E6837AB}" type="presOf" srcId="{CD86A567-93F8-4D7F-A153-D6E4B1FD092C}" destId="{622420F8-EBBC-4093-B0D3-0A39275FC5F1}" srcOrd="0" destOrd="0" presId="urn:microsoft.com/office/officeart/2005/8/layout/lProcess3"/>
    <dgm:cxn modelId="{C037EA96-BE42-4567-8DD8-74CDD4791C10}" type="presParOf" srcId="{24E67694-9021-4ADE-A14A-A20FBB7C85A4}" destId="{DE2051EE-661D-49D3-B181-5B56B09D5B69}" srcOrd="0" destOrd="0" presId="urn:microsoft.com/office/officeart/2005/8/layout/lProcess3"/>
    <dgm:cxn modelId="{589E630C-FB99-4980-A49D-7ECD07F9A6F8}" type="presParOf" srcId="{DE2051EE-661D-49D3-B181-5B56B09D5B69}" destId="{768589FB-64C4-4F71-983E-73CF2B7C81D0}" srcOrd="0" destOrd="0" presId="urn:microsoft.com/office/officeart/2005/8/layout/lProcess3"/>
    <dgm:cxn modelId="{C1F41AED-F4DA-4117-99AF-967DC7AE08B7}" type="presParOf" srcId="{DE2051EE-661D-49D3-B181-5B56B09D5B69}" destId="{53E31698-49E9-4F1C-9943-DFA5FD8A1031}" srcOrd="1" destOrd="0" presId="urn:microsoft.com/office/officeart/2005/8/layout/lProcess3"/>
    <dgm:cxn modelId="{5CF4EBC1-7C15-454E-88A3-450CE299AD02}" type="presParOf" srcId="{DE2051EE-661D-49D3-B181-5B56B09D5B69}" destId="{8064F0C6-399D-4145-BD24-140D4FD75C1E}" srcOrd="2" destOrd="0" presId="urn:microsoft.com/office/officeart/2005/8/layout/lProcess3"/>
    <dgm:cxn modelId="{15CC9AC8-B6FC-482A-BB83-19EB08588295}" type="presParOf" srcId="{DE2051EE-661D-49D3-B181-5B56B09D5B69}" destId="{824CD89A-4739-4400-8155-532898EDCEAC}" srcOrd="3" destOrd="0" presId="urn:microsoft.com/office/officeart/2005/8/layout/lProcess3"/>
    <dgm:cxn modelId="{84DB836E-DF78-4B5E-827F-9C9CFBC0188C}" type="presParOf" srcId="{DE2051EE-661D-49D3-B181-5B56B09D5B69}" destId="{25AC60E8-3F8D-4E89-A66A-72D8DE1B4137}" srcOrd="4" destOrd="0" presId="urn:microsoft.com/office/officeart/2005/8/layout/lProcess3"/>
    <dgm:cxn modelId="{4DE56C51-C3D0-439E-9D1A-8FE2A525F3D8}" type="presParOf" srcId="{24E67694-9021-4ADE-A14A-A20FBB7C85A4}" destId="{FC3BEFE5-8BC6-46D3-AFA9-48928DB604CE}" srcOrd="1" destOrd="0" presId="urn:microsoft.com/office/officeart/2005/8/layout/lProcess3"/>
    <dgm:cxn modelId="{D3CAD368-4749-4AE3-96BA-E38B2A6FB169}" type="presParOf" srcId="{24E67694-9021-4ADE-A14A-A20FBB7C85A4}" destId="{CFC207D8-E9D0-4B66-8E28-7A7085E69AD0}" srcOrd="2" destOrd="0" presId="urn:microsoft.com/office/officeart/2005/8/layout/lProcess3"/>
    <dgm:cxn modelId="{2150B01B-7ADE-44A7-93C6-E4C6682AD1B5}" type="presParOf" srcId="{CFC207D8-E9D0-4B66-8E28-7A7085E69AD0}" destId="{DBEDE975-83FE-43FF-8107-F3C80777844D}" srcOrd="0" destOrd="0" presId="urn:microsoft.com/office/officeart/2005/8/layout/lProcess3"/>
    <dgm:cxn modelId="{ED3391B7-A2FA-4DDE-994A-8EB741A02B95}" type="presParOf" srcId="{CFC207D8-E9D0-4B66-8E28-7A7085E69AD0}" destId="{C9960DF5-6138-42BC-A059-D0608E0BE8C3}" srcOrd="1" destOrd="0" presId="urn:microsoft.com/office/officeart/2005/8/layout/lProcess3"/>
    <dgm:cxn modelId="{F357F2AD-BA86-4C40-A29A-BB2B08E9454D}" type="presParOf" srcId="{CFC207D8-E9D0-4B66-8E28-7A7085E69AD0}" destId="{622420F8-EBBC-4093-B0D3-0A39275FC5F1}" srcOrd="2" destOrd="0" presId="urn:microsoft.com/office/officeart/2005/8/layout/lProcess3"/>
    <dgm:cxn modelId="{7E8B4350-2309-474D-8950-56B2C8DAE3E6}" type="presParOf" srcId="{CFC207D8-E9D0-4B66-8E28-7A7085E69AD0}" destId="{8E4611BE-4C5F-453E-8850-2A06CA897FA6}" srcOrd="3" destOrd="0" presId="urn:microsoft.com/office/officeart/2005/8/layout/lProcess3"/>
    <dgm:cxn modelId="{E33D3AA4-787D-4CA7-969A-D59B3E72640C}" type="presParOf" srcId="{CFC207D8-E9D0-4B66-8E28-7A7085E69AD0}" destId="{69AF9BBE-D9C0-45DF-B6EF-9F4E81278C34}" srcOrd="4" destOrd="0" presId="urn:microsoft.com/office/officeart/2005/8/layout/lProcess3"/>
    <dgm:cxn modelId="{9C3497FE-B1AB-444B-A5B1-6271CBC70C04}" type="presParOf" srcId="{CFC207D8-E9D0-4B66-8E28-7A7085E69AD0}" destId="{D48B11FD-4479-4759-AC01-27723CCB5B82}" srcOrd="5" destOrd="0" presId="urn:microsoft.com/office/officeart/2005/8/layout/lProcess3"/>
    <dgm:cxn modelId="{D290BE05-0513-4CC1-8C49-EBC46B56D141}" type="presParOf" srcId="{CFC207D8-E9D0-4B66-8E28-7A7085E69AD0}" destId="{5157CCA5-E58A-46E5-B8AF-9422EA81732F}" srcOrd="6" destOrd="0" presId="urn:microsoft.com/office/officeart/2005/8/layout/lProcess3"/>
    <dgm:cxn modelId="{1BACC624-AC69-437E-A1EE-E6750B4B1145}" type="presParOf" srcId="{24E67694-9021-4ADE-A14A-A20FBB7C85A4}" destId="{2B62A6D3-D05F-40CE-B976-637C249DEC37}" srcOrd="3" destOrd="0" presId="urn:microsoft.com/office/officeart/2005/8/layout/lProcess3"/>
    <dgm:cxn modelId="{A1257F4E-0A21-415B-A3AA-EBCB3082C890}" type="presParOf" srcId="{24E67694-9021-4ADE-A14A-A20FBB7C85A4}" destId="{CF2CA6DF-D61C-4AC9-84FC-7A24827C4BE2}" srcOrd="4" destOrd="0" presId="urn:microsoft.com/office/officeart/2005/8/layout/lProcess3"/>
    <dgm:cxn modelId="{82FB2D96-8A18-46F3-876A-1A731D6C5748}" type="presParOf" srcId="{CF2CA6DF-D61C-4AC9-84FC-7A24827C4BE2}" destId="{2C3B96CA-392D-4862-96DE-723BFD9F41A7}" srcOrd="0" destOrd="0" presId="urn:microsoft.com/office/officeart/2005/8/layout/lProcess3"/>
    <dgm:cxn modelId="{0FE38947-AD47-485E-8042-EF739FE20012}" type="presParOf" srcId="{CF2CA6DF-D61C-4AC9-84FC-7A24827C4BE2}" destId="{5C127557-5203-40F8-BBF4-0A00FF19B549}" srcOrd="1" destOrd="0" presId="urn:microsoft.com/office/officeart/2005/8/layout/lProcess3"/>
    <dgm:cxn modelId="{6CCEB205-9905-4785-B6E7-4A80FDDEEDBB}" type="presParOf" srcId="{CF2CA6DF-D61C-4AC9-84FC-7A24827C4BE2}" destId="{A3659338-9AD7-4D9A-885E-987129CFBEBC}" srcOrd="2" destOrd="0" presId="urn:microsoft.com/office/officeart/2005/8/layout/lProcess3"/>
    <dgm:cxn modelId="{12FCB5F0-F816-4D11-BB00-1F2FEC7CE75A}" type="presParOf" srcId="{CF2CA6DF-D61C-4AC9-84FC-7A24827C4BE2}" destId="{3662E335-FAF1-49EE-98B2-50C58F3D8839}" srcOrd="3" destOrd="0" presId="urn:microsoft.com/office/officeart/2005/8/layout/lProcess3"/>
    <dgm:cxn modelId="{76916785-7F8C-4B87-A9F6-0404CBC5C951}" type="presParOf" srcId="{CF2CA6DF-D61C-4AC9-84FC-7A24827C4BE2}" destId="{36BF8F44-8721-4CDF-B6B5-96D51AA767AA}" srcOrd="4" destOrd="0" presId="urn:microsoft.com/office/officeart/2005/8/layout/lProcess3"/>
    <dgm:cxn modelId="{DFDAA802-44F0-4D25-8C8B-760EA1C4F9D0}" type="presParOf" srcId="{CF2CA6DF-D61C-4AC9-84FC-7A24827C4BE2}" destId="{974238E5-B24D-4C45-9AD0-53421600FE11}" srcOrd="5" destOrd="0" presId="urn:microsoft.com/office/officeart/2005/8/layout/lProcess3"/>
    <dgm:cxn modelId="{350805B9-4A1E-45CA-BC10-297D8BAF66D2}" type="presParOf" srcId="{CF2CA6DF-D61C-4AC9-84FC-7A24827C4BE2}" destId="{AFD3FBB9-21C3-4D9D-875D-00268E90BD29}" srcOrd="6"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1FD6134-BD20-4ECF-ABC6-FA42638742E3}" type="doc">
      <dgm:prSet loTypeId="urn:microsoft.com/office/officeart/2008/layout/LinedList" loCatId="list" qsTypeId="urn:microsoft.com/office/officeart/2005/8/quickstyle/simple1" qsCatId="simple" csTypeId="urn:microsoft.com/office/officeart/2005/8/colors/accent2_2" csCatId="accent2"/>
      <dgm:spPr/>
      <dgm:t>
        <a:bodyPr/>
        <a:lstStyle/>
        <a:p>
          <a:endParaRPr lang="en-US"/>
        </a:p>
      </dgm:t>
    </dgm:pt>
    <dgm:pt modelId="{C414EBE3-CD3F-4D8A-B853-E2A5A994E858}">
      <dgm:prSet/>
      <dgm:spPr/>
      <dgm:t>
        <a:bodyPr/>
        <a:lstStyle/>
        <a:p>
          <a:r>
            <a:rPr lang="tr-TR" b="1" dirty="0"/>
            <a:t>Başlatıcı:</a:t>
          </a:r>
          <a:endParaRPr lang="en-US" dirty="0"/>
        </a:p>
      </dgm:t>
    </dgm:pt>
    <dgm:pt modelId="{C1907DBB-005C-423F-8860-196E4AAC9F34}" type="parTrans" cxnId="{94EF47C0-1E52-4E0D-8F20-C6E95BFADCC3}">
      <dgm:prSet/>
      <dgm:spPr/>
      <dgm:t>
        <a:bodyPr/>
        <a:lstStyle/>
        <a:p>
          <a:endParaRPr lang="en-US"/>
        </a:p>
      </dgm:t>
    </dgm:pt>
    <dgm:pt modelId="{02C3CB06-DBBC-40A1-BBEF-48E3F0FCBDBF}" type="sibTrans" cxnId="{94EF47C0-1E52-4E0D-8F20-C6E95BFADCC3}">
      <dgm:prSet/>
      <dgm:spPr/>
      <dgm:t>
        <a:bodyPr/>
        <a:lstStyle/>
        <a:p>
          <a:endParaRPr lang="en-US"/>
        </a:p>
      </dgm:t>
    </dgm:pt>
    <dgm:pt modelId="{B265198A-9515-4BFE-8EE1-9EE3B8BDDDC3}">
      <dgm:prSet/>
      <dgm:spPr/>
      <dgm:t>
        <a:bodyPr/>
        <a:lstStyle/>
        <a:p>
          <a:r>
            <a:rPr lang="tr-TR" b="1" dirty="0"/>
            <a:t>Kaynakların sağlanması:</a:t>
          </a:r>
          <a:endParaRPr lang="en-US" dirty="0"/>
        </a:p>
      </dgm:t>
    </dgm:pt>
    <dgm:pt modelId="{597EC5F0-16FE-4636-A42D-9164215B708B}" type="parTrans" cxnId="{70476D33-0E96-4605-9EDC-11227E6B2C7C}">
      <dgm:prSet/>
      <dgm:spPr/>
      <dgm:t>
        <a:bodyPr/>
        <a:lstStyle/>
        <a:p>
          <a:endParaRPr lang="en-US"/>
        </a:p>
      </dgm:t>
    </dgm:pt>
    <dgm:pt modelId="{B32AA42E-7E0F-4E80-A742-F3B6DF5AC429}" type="sibTrans" cxnId="{70476D33-0E96-4605-9EDC-11227E6B2C7C}">
      <dgm:prSet/>
      <dgm:spPr/>
      <dgm:t>
        <a:bodyPr/>
        <a:lstStyle/>
        <a:p>
          <a:endParaRPr lang="en-US"/>
        </a:p>
      </dgm:t>
    </dgm:pt>
    <dgm:pt modelId="{0A09B784-3E11-4A5B-B27D-91672669A7A1}">
      <dgm:prSet/>
      <dgm:spPr/>
      <dgm:t>
        <a:bodyPr/>
        <a:lstStyle/>
        <a:p>
          <a:r>
            <a:rPr lang="tr-TR" b="1" dirty="0"/>
            <a:t>Eylemin başlatılması:</a:t>
          </a:r>
          <a:endParaRPr lang="en-US" dirty="0"/>
        </a:p>
      </dgm:t>
    </dgm:pt>
    <dgm:pt modelId="{2B92D00D-8C59-43B5-BD01-44C1E8BB2799}" type="parTrans" cxnId="{7E69A636-CFD7-4137-BF53-B0105C7A3191}">
      <dgm:prSet/>
      <dgm:spPr/>
      <dgm:t>
        <a:bodyPr/>
        <a:lstStyle/>
        <a:p>
          <a:endParaRPr lang="en-US"/>
        </a:p>
      </dgm:t>
    </dgm:pt>
    <dgm:pt modelId="{16387FD3-0F83-421F-A6F5-7217D9755BA7}" type="sibTrans" cxnId="{7E69A636-CFD7-4137-BF53-B0105C7A3191}">
      <dgm:prSet/>
      <dgm:spPr/>
      <dgm:t>
        <a:bodyPr/>
        <a:lstStyle/>
        <a:p>
          <a:endParaRPr lang="en-US"/>
        </a:p>
      </dgm:t>
    </dgm:pt>
    <dgm:pt modelId="{A0F7C067-9DD1-46B5-9A0F-BB36C5A54590}">
      <dgm:prSet/>
      <dgm:spPr/>
      <dgm:t>
        <a:bodyPr/>
        <a:lstStyle/>
        <a:p>
          <a:r>
            <a:rPr lang="tr-TR" b="1" dirty="0"/>
            <a:t>Dönüş</a:t>
          </a:r>
          <a:r>
            <a:rPr lang="en-US" b="1" dirty="0" err="1"/>
            <a:t>ümün</a:t>
          </a:r>
          <a:r>
            <a:rPr lang="en-US" b="1" dirty="0"/>
            <a:t> </a:t>
          </a:r>
          <a:r>
            <a:rPr lang="en-US" b="1" dirty="0" err="1"/>
            <a:t>ortaya</a:t>
          </a:r>
          <a:r>
            <a:rPr lang="en-US" b="1" dirty="0"/>
            <a:t> </a:t>
          </a:r>
          <a:r>
            <a:rPr lang="en-US" b="1" dirty="0" err="1"/>
            <a:t>çıkması</a:t>
          </a:r>
          <a:r>
            <a:rPr lang="en-US" b="1" dirty="0"/>
            <a:t>:</a:t>
          </a:r>
          <a:endParaRPr lang="en-US" dirty="0"/>
        </a:p>
      </dgm:t>
    </dgm:pt>
    <dgm:pt modelId="{24C0063A-4EDA-49DC-B2C8-24A943AC7C8A}" type="parTrans" cxnId="{9CF990B5-3B09-4B86-84D7-B9F1AA580F4D}">
      <dgm:prSet/>
      <dgm:spPr/>
      <dgm:t>
        <a:bodyPr/>
        <a:lstStyle/>
        <a:p>
          <a:endParaRPr lang="en-US"/>
        </a:p>
      </dgm:t>
    </dgm:pt>
    <dgm:pt modelId="{F1B470FD-8E6E-41CB-A084-46E7508EDB75}" type="sibTrans" cxnId="{9CF990B5-3B09-4B86-84D7-B9F1AA580F4D}">
      <dgm:prSet/>
      <dgm:spPr/>
      <dgm:t>
        <a:bodyPr/>
        <a:lstStyle/>
        <a:p>
          <a:endParaRPr lang="en-US"/>
        </a:p>
      </dgm:t>
    </dgm:pt>
    <dgm:pt modelId="{876F4CDA-93BB-4715-9673-FB2FAC770D6C}">
      <dgm:prSet/>
      <dgm:spPr/>
      <dgm:t>
        <a:bodyPr/>
        <a:lstStyle/>
        <a:p>
          <a:r>
            <a:rPr lang="tr-TR" b="1" dirty="0"/>
            <a:t>Ürünün gelişmesi:</a:t>
          </a:r>
          <a:endParaRPr lang="en-US" dirty="0"/>
        </a:p>
      </dgm:t>
    </dgm:pt>
    <dgm:pt modelId="{CDF64858-FE58-4AFC-9BAA-503429EEEB39}" type="parTrans" cxnId="{57DE4589-A07B-4AB5-958D-59BFAEB55B5E}">
      <dgm:prSet/>
      <dgm:spPr/>
      <dgm:t>
        <a:bodyPr/>
        <a:lstStyle/>
        <a:p>
          <a:endParaRPr lang="en-US"/>
        </a:p>
      </dgm:t>
    </dgm:pt>
    <dgm:pt modelId="{BB57F6F0-1AE6-4B33-9F30-CC2830FFB5D9}" type="sibTrans" cxnId="{57DE4589-A07B-4AB5-958D-59BFAEB55B5E}">
      <dgm:prSet/>
      <dgm:spPr/>
      <dgm:t>
        <a:bodyPr/>
        <a:lstStyle/>
        <a:p>
          <a:endParaRPr lang="en-US"/>
        </a:p>
      </dgm:t>
    </dgm:pt>
    <dgm:pt modelId="{4B636A5D-2618-46B3-A527-7F8A30593C70}">
      <dgm:prSet/>
      <dgm:spPr/>
      <dgm:t>
        <a:bodyPr/>
        <a:lstStyle/>
        <a:p>
          <a:r>
            <a:rPr lang="tr-TR" b="1" dirty="0"/>
            <a:t>Prosesin döngüye girmesi:</a:t>
          </a:r>
          <a:endParaRPr lang="en-US" dirty="0"/>
        </a:p>
      </dgm:t>
    </dgm:pt>
    <dgm:pt modelId="{A41DC741-128B-464A-A645-9CFD72EED050}" type="parTrans" cxnId="{899E0718-52DA-4BB2-9D1D-2555F85A96F2}">
      <dgm:prSet/>
      <dgm:spPr/>
      <dgm:t>
        <a:bodyPr/>
        <a:lstStyle/>
        <a:p>
          <a:endParaRPr lang="en-US"/>
        </a:p>
      </dgm:t>
    </dgm:pt>
    <dgm:pt modelId="{0535A19C-8E9C-4A84-B674-A79A0085399C}" type="sibTrans" cxnId="{899E0718-52DA-4BB2-9D1D-2555F85A96F2}">
      <dgm:prSet/>
      <dgm:spPr/>
      <dgm:t>
        <a:bodyPr/>
        <a:lstStyle/>
        <a:p>
          <a:endParaRPr lang="en-US"/>
        </a:p>
      </dgm:t>
    </dgm:pt>
    <dgm:pt modelId="{1EDA3811-BF74-4BCF-ACFE-7635CCBF403B}">
      <dgm:prSet/>
      <dgm:spPr/>
      <dgm:t>
        <a:bodyPr/>
        <a:lstStyle/>
        <a:p>
          <a:r>
            <a:rPr lang="tr-TR" b="1" dirty="0"/>
            <a:t>Sistemin geliştirilmesi:</a:t>
          </a:r>
          <a:endParaRPr lang="en-US" dirty="0"/>
        </a:p>
      </dgm:t>
    </dgm:pt>
    <dgm:pt modelId="{FCFD1D80-5598-456D-BA7F-151CE96E3644}" type="parTrans" cxnId="{AD599562-EE3A-4C22-8859-9F8C32EFAA3A}">
      <dgm:prSet/>
      <dgm:spPr/>
      <dgm:t>
        <a:bodyPr/>
        <a:lstStyle/>
        <a:p>
          <a:endParaRPr lang="en-US"/>
        </a:p>
      </dgm:t>
    </dgm:pt>
    <dgm:pt modelId="{81B3FF98-2331-4EC6-A636-7DA6E7C6F700}" type="sibTrans" cxnId="{AD599562-EE3A-4C22-8859-9F8C32EFAA3A}">
      <dgm:prSet/>
      <dgm:spPr/>
      <dgm:t>
        <a:bodyPr/>
        <a:lstStyle/>
        <a:p>
          <a:endParaRPr lang="en-US"/>
        </a:p>
      </dgm:t>
    </dgm:pt>
    <dgm:pt modelId="{209D4D49-C9B5-42AB-84B2-F5CFD13DA135}" type="pres">
      <dgm:prSet presAssocID="{51FD6134-BD20-4ECF-ABC6-FA42638742E3}" presName="vert0" presStyleCnt="0">
        <dgm:presLayoutVars>
          <dgm:dir/>
          <dgm:animOne val="branch"/>
          <dgm:animLvl val="lvl"/>
        </dgm:presLayoutVars>
      </dgm:prSet>
      <dgm:spPr/>
    </dgm:pt>
    <dgm:pt modelId="{CC265E0B-3F4D-4C52-9844-EDDF9DD05D5E}" type="pres">
      <dgm:prSet presAssocID="{C414EBE3-CD3F-4D8A-B853-E2A5A994E858}" presName="thickLine" presStyleLbl="alignNode1" presStyleIdx="0" presStyleCnt="7"/>
      <dgm:spPr/>
    </dgm:pt>
    <dgm:pt modelId="{16382C03-4C10-4D53-95C5-8B28CE53ED5E}" type="pres">
      <dgm:prSet presAssocID="{C414EBE3-CD3F-4D8A-B853-E2A5A994E858}" presName="horz1" presStyleCnt="0"/>
      <dgm:spPr/>
    </dgm:pt>
    <dgm:pt modelId="{02C4DFA2-3990-4970-ACD0-CD85CD022F5A}" type="pres">
      <dgm:prSet presAssocID="{C414EBE3-CD3F-4D8A-B853-E2A5A994E858}" presName="tx1" presStyleLbl="revTx" presStyleIdx="0" presStyleCnt="7"/>
      <dgm:spPr/>
    </dgm:pt>
    <dgm:pt modelId="{41D952AD-BD74-479D-8427-1007878D3CDC}" type="pres">
      <dgm:prSet presAssocID="{C414EBE3-CD3F-4D8A-B853-E2A5A994E858}" presName="vert1" presStyleCnt="0"/>
      <dgm:spPr/>
    </dgm:pt>
    <dgm:pt modelId="{CF621D84-C8A9-4918-B78E-4FF4935CACB1}" type="pres">
      <dgm:prSet presAssocID="{B265198A-9515-4BFE-8EE1-9EE3B8BDDDC3}" presName="thickLine" presStyleLbl="alignNode1" presStyleIdx="1" presStyleCnt="7"/>
      <dgm:spPr/>
    </dgm:pt>
    <dgm:pt modelId="{FE4013B0-968A-4344-A688-26F9029AFB9C}" type="pres">
      <dgm:prSet presAssocID="{B265198A-9515-4BFE-8EE1-9EE3B8BDDDC3}" presName="horz1" presStyleCnt="0"/>
      <dgm:spPr/>
    </dgm:pt>
    <dgm:pt modelId="{19848562-1DC6-4014-BFCC-77E48702738E}" type="pres">
      <dgm:prSet presAssocID="{B265198A-9515-4BFE-8EE1-9EE3B8BDDDC3}" presName="tx1" presStyleLbl="revTx" presStyleIdx="1" presStyleCnt="7"/>
      <dgm:spPr/>
    </dgm:pt>
    <dgm:pt modelId="{E8A8E5DB-0D80-4842-B218-EF125571809C}" type="pres">
      <dgm:prSet presAssocID="{B265198A-9515-4BFE-8EE1-9EE3B8BDDDC3}" presName="vert1" presStyleCnt="0"/>
      <dgm:spPr/>
    </dgm:pt>
    <dgm:pt modelId="{C2F07A95-0757-4D87-990E-AF6D8387D1A1}" type="pres">
      <dgm:prSet presAssocID="{0A09B784-3E11-4A5B-B27D-91672669A7A1}" presName="thickLine" presStyleLbl="alignNode1" presStyleIdx="2" presStyleCnt="7"/>
      <dgm:spPr/>
    </dgm:pt>
    <dgm:pt modelId="{DB81350D-73AF-4E65-A95E-3622B7DF0271}" type="pres">
      <dgm:prSet presAssocID="{0A09B784-3E11-4A5B-B27D-91672669A7A1}" presName="horz1" presStyleCnt="0"/>
      <dgm:spPr/>
    </dgm:pt>
    <dgm:pt modelId="{9D59DAA7-1F09-4A44-8A30-55B7EFAD7227}" type="pres">
      <dgm:prSet presAssocID="{0A09B784-3E11-4A5B-B27D-91672669A7A1}" presName="tx1" presStyleLbl="revTx" presStyleIdx="2" presStyleCnt="7"/>
      <dgm:spPr/>
    </dgm:pt>
    <dgm:pt modelId="{71D22034-5E82-4341-B957-C1A73524D458}" type="pres">
      <dgm:prSet presAssocID="{0A09B784-3E11-4A5B-B27D-91672669A7A1}" presName="vert1" presStyleCnt="0"/>
      <dgm:spPr/>
    </dgm:pt>
    <dgm:pt modelId="{E79C0F05-073F-4588-ACA9-098C13689AB0}" type="pres">
      <dgm:prSet presAssocID="{A0F7C067-9DD1-46B5-9A0F-BB36C5A54590}" presName="thickLine" presStyleLbl="alignNode1" presStyleIdx="3" presStyleCnt="7"/>
      <dgm:spPr/>
    </dgm:pt>
    <dgm:pt modelId="{12C4F976-8F87-4A91-99DD-9B4DD6EDB16E}" type="pres">
      <dgm:prSet presAssocID="{A0F7C067-9DD1-46B5-9A0F-BB36C5A54590}" presName="horz1" presStyleCnt="0"/>
      <dgm:spPr/>
    </dgm:pt>
    <dgm:pt modelId="{6AB69BEF-F75A-4A6A-A82A-A55639DD452A}" type="pres">
      <dgm:prSet presAssocID="{A0F7C067-9DD1-46B5-9A0F-BB36C5A54590}" presName="tx1" presStyleLbl="revTx" presStyleIdx="3" presStyleCnt="7"/>
      <dgm:spPr/>
    </dgm:pt>
    <dgm:pt modelId="{BD9AE3B5-9D0F-423D-94AA-7CB321522897}" type="pres">
      <dgm:prSet presAssocID="{A0F7C067-9DD1-46B5-9A0F-BB36C5A54590}" presName="vert1" presStyleCnt="0"/>
      <dgm:spPr/>
    </dgm:pt>
    <dgm:pt modelId="{4BE731C6-E698-4E84-A59E-F5B74D0D2115}" type="pres">
      <dgm:prSet presAssocID="{876F4CDA-93BB-4715-9673-FB2FAC770D6C}" presName="thickLine" presStyleLbl="alignNode1" presStyleIdx="4" presStyleCnt="7"/>
      <dgm:spPr/>
    </dgm:pt>
    <dgm:pt modelId="{A5046D58-2100-4766-9396-9D3CE9AF2B8C}" type="pres">
      <dgm:prSet presAssocID="{876F4CDA-93BB-4715-9673-FB2FAC770D6C}" presName="horz1" presStyleCnt="0"/>
      <dgm:spPr/>
    </dgm:pt>
    <dgm:pt modelId="{72F1CB95-FA97-48C6-8142-487CDA4E4306}" type="pres">
      <dgm:prSet presAssocID="{876F4CDA-93BB-4715-9673-FB2FAC770D6C}" presName="tx1" presStyleLbl="revTx" presStyleIdx="4" presStyleCnt="7"/>
      <dgm:spPr/>
    </dgm:pt>
    <dgm:pt modelId="{DF9AC10E-909F-492C-B5C0-DBC8E2628C51}" type="pres">
      <dgm:prSet presAssocID="{876F4CDA-93BB-4715-9673-FB2FAC770D6C}" presName="vert1" presStyleCnt="0"/>
      <dgm:spPr/>
    </dgm:pt>
    <dgm:pt modelId="{42A5822F-3E2B-477D-9352-E53F2FDCD189}" type="pres">
      <dgm:prSet presAssocID="{4B636A5D-2618-46B3-A527-7F8A30593C70}" presName="thickLine" presStyleLbl="alignNode1" presStyleIdx="5" presStyleCnt="7"/>
      <dgm:spPr/>
    </dgm:pt>
    <dgm:pt modelId="{4DFDCC0B-9158-4D02-88F4-63AE2670FAAC}" type="pres">
      <dgm:prSet presAssocID="{4B636A5D-2618-46B3-A527-7F8A30593C70}" presName="horz1" presStyleCnt="0"/>
      <dgm:spPr/>
    </dgm:pt>
    <dgm:pt modelId="{B63F6D85-1AEE-431D-93C1-C4CD94DB9DCE}" type="pres">
      <dgm:prSet presAssocID="{4B636A5D-2618-46B3-A527-7F8A30593C70}" presName="tx1" presStyleLbl="revTx" presStyleIdx="5" presStyleCnt="7"/>
      <dgm:spPr/>
    </dgm:pt>
    <dgm:pt modelId="{CDFF8E6F-153A-4EAE-AE86-C2E7CA804B74}" type="pres">
      <dgm:prSet presAssocID="{4B636A5D-2618-46B3-A527-7F8A30593C70}" presName="vert1" presStyleCnt="0"/>
      <dgm:spPr/>
    </dgm:pt>
    <dgm:pt modelId="{ED4C0A2B-AED1-4C17-81E9-A2E252454C79}" type="pres">
      <dgm:prSet presAssocID="{1EDA3811-BF74-4BCF-ACFE-7635CCBF403B}" presName="thickLine" presStyleLbl="alignNode1" presStyleIdx="6" presStyleCnt="7"/>
      <dgm:spPr/>
    </dgm:pt>
    <dgm:pt modelId="{6F6333F1-2898-485B-9770-C7577CADA30A}" type="pres">
      <dgm:prSet presAssocID="{1EDA3811-BF74-4BCF-ACFE-7635CCBF403B}" presName="horz1" presStyleCnt="0"/>
      <dgm:spPr/>
    </dgm:pt>
    <dgm:pt modelId="{3096FB33-5C57-46D2-A371-9F77BDCEB869}" type="pres">
      <dgm:prSet presAssocID="{1EDA3811-BF74-4BCF-ACFE-7635CCBF403B}" presName="tx1" presStyleLbl="revTx" presStyleIdx="6" presStyleCnt="7"/>
      <dgm:spPr/>
    </dgm:pt>
    <dgm:pt modelId="{E42B9CBD-F427-4409-A5C8-820E86276AB2}" type="pres">
      <dgm:prSet presAssocID="{1EDA3811-BF74-4BCF-ACFE-7635CCBF403B}" presName="vert1" presStyleCnt="0"/>
      <dgm:spPr/>
    </dgm:pt>
  </dgm:ptLst>
  <dgm:cxnLst>
    <dgm:cxn modelId="{899E0718-52DA-4BB2-9D1D-2555F85A96F2}" srcId="{51FD6134-BD20-4ECF-ABC6-FA42638742E3}" destId="{4B636A5D-2618-46B3-A527-7F8A30593C70}" srcOrd="5" destOrd="0" parTransId="{A41DC741-128B-464A-A645-9CFD72EED050}" sibTransId="{0535A19C-8E9C-4A84-B674-A79A0085399C}"/>
    <dgm:cxn modelId="{77B0C51B-5562-44D6-9B27-3F44455A7268}" type="presOf" srcId="{A0F7C067-9DD1-46B5-9A0F-BB36C5A54590}" destId="{6AB69BEF-F75A-4A6A-A82A-A55639DD452A}" srcOrd="0" destOrd="0" presId="urn:microsoft.com/office/officeart/2008/layout/LinedList"/>
    <dgm:cxn modelId="{70476D33-0E96-4605-9EDC-11227E6B2C7C}" srcId="{51FD6134-BD20-4ECF-ABC6-FA42638742E3}" destId="{B265198A-9515-4BFE-8EE1-9EE3B8BDDDC3}" srcOrd="1" destOrd="0" parTransId="{597EC5F0-16FE-4636-A42D-9164215B708B}" sibTransId="{B32AA42E-7E0F-4E80-A742-F3B6DF5AC429}"/>
    <dgm:cxn modelId="{AEC1CE35-2F09-4830-B91D-5785816AA9CF}" type="presOf" srcId="{C414EBE3-CD3F-4D8A-B853-E2A5A994E858}" destId="{02C4DFA2-3990-4970-ACD0-CD85CD022F5A}" srcOrd="0" destOrd="0" presId="urn:microsoft.com/office/officeart/2008/layout/LinedList"/>
    <dgm:cxn modelId="{7E69A636-CFD7-4137-BF53-B0105C7A3191}" srcId="{51FD6134-BD20-4ECF-ABC6-FA42638742E3}" destId="{0A09B784-3E11-4A5B-B27D-91672669A7A1}" srcOrd="2" destOrd="0" parTransId="{2B92D00D-8C59-43B5-BD01-44C1E8BB2799}" sibTransId="{16387FD3-0F83-421F-A6F5-7217D9755BA7}"/>
    <dgm:cxn modelId="{EFF7C15D-68E8-4DE5-8FB8-8BD73B0AC6FD}" type="presOf" srcId="{4B636A5D-2618-46B3-A527-7F8A30593C70}" destId="{B63F6D85-1AEE-431D-93C1-C4CD94DB9DCE}" srcOrd="0" destOrd="0" presId="urn:microsoft.com/office/officeart/2008/layout/LinedList"/>
    <dgm:cxn modelId="{AD599562-EE3A-4C22-8859-9F8C32EFAA3A}" srcId="{51FD6134-BD20-4ECF-ABC6-FA42638742E3}" destId="{1EDA3811-BF74-4BCF-ACFE-7635CCBF403B}" srcOrd="6" destOrd="0" parTransId="{FCFD1D80-5598-456D-BA7F-151CE96E3644}" sibTransId="{81B3FF98-2331-4EC6-A636-7DA6E7C6F700}"/>
    <dgm:cxn modelId="{B9978A65-1D5F-4272-AA4B-08C1C2A0867D}" type="presOf" srcId="{B265198A-9515-4BFE-8EE1-9EE3B8BDDDC3}" destId="{19848562-1DC6-4014-BFCC-77E48702738E}" srcOrd="0" destOrd="0" presId="urn:microsoft.com/office/officeart/2008/layout/LinedList"/>
    <dgm:cxn modelId="{46712049-499A-4051-B748-C91C95559A11}" type="presOf" srcId="{1EDA3811-BF74-4BCF-ACFE-7635CCBF403B}" destId="{3096FB33-5C57-46D2-A371-9F77BDCEB869}" srcOrd="0" destOrd="0" presId="urn:microsoft.com/office/officeart/2008/layout/LinedList"/>
    <dgm:cxn modelId="{88079657-FA9E-45F7-8FEA-41E47BF1088D}" type="presOf" srcId="{51FD6134-BD20-4ECF-ABC6-FA42638742E3}" destId="{209D4D49-C9B5-42AB-84B2-F5CFD13DA135}" srcOrd="0" destOrd="0" presId="urn:microsoft.com/office/officeart/2008/layout/LinedList"/>
    <dgm:cxn modelId="{57DE4589-A07B-4AB5-958D-59BFAEB55B5E}" srcId="{51FD6134-BD20-4ECF-ABC6-FA42638742E3}" destId="{876F4CDA-93BB-4715-9673-FB2FAC770D6C}" srcOrd="4" destOrd="0" parTransId="{CDF64858-FE58-4AFC-9BAA-503429EEEB39}" sibTransId="{BB57F6F0-1AE6-4B33-9F30-CC2830FFB5D9}"/>
    <dgm:cxn modelId="{9CF990B5-3B09-4B86-84D7-B9F1AA580F4D}" srcId="{51FD6134-BD20-4ECF-ABC6-FA42638742E3}" destId="{A0F7C067-9DD1-46B5-9A0F-BB36C5A54590}" srcOrd="3" destOrd="0" parTransId="{24C0063A-4EDA-49DC-B2C8-24A943AC7C8A}" sibTransId="{F1B470FD-8E6E-41CB-A084-46E7508EDB75}"/>
    <dgm:cxn modelId="{94EF47C0-1E52-4E0D-8F20-C6E95BFADCC3}" srcId="{51FD6134-BD20-4ECF-ABC6-FA42638742E3}" destId="{C414EBE3-CD3F-4D8A-B853-E2A5A994E858}" srcOrd="0" destOrd="0" parTransId="{C1907DBB-005C-423F-8860-196E4AAC9F34}" sibTransId="{02C3CB06-DBBC-40A1-BBEF-48E3F0FCBDBF}"/>
    <dgm:cxn modelId="{943E68CB-0CC7-4F25-8AD1-04EBA29C9675}" type="presOf" srcId="{0A09B784-3E11-4A5B-B27D-91672669A7A1}" destId="{9D59DAA7-1F09-4A44-8A30-55B7EFAD7227}" srcOrd="0" destOrd="0" presId="urn:microsoft.com/office/officeart/2008/layout/LinedList"/>
    <dgm:cxn modelId="{DE5ED6CC-A625-48B9-9313-391641726820}" type="presOf" srcId="{876F4CDA-93BB-4715-9673-FB2FAC770D6C}" destId="{72F1CB95-FA97-48C6-8142-487CDA4E4306}" srcOrd="0" destOrd="0" presId="urn:microsoft.com/office/officeart/2008/layout/LinedList"/>
    <dgm:cxn modelId="{FC69BD4F-BB3F-40CC-A95D-D9E91EAB5BF3}" type="presParOf" srcId="{209D4D49-C9B5-42AB-84B2-F5CFD13DA135}" destId="{CC265E0B-3F4D-4C52-9844-EDDF9DD05D5E}" srcOrd="0" destOrd="0" presId="urn:microsoft.com/office/officeart/2008/layout/LinedList"/>
    <dgm:cxn modelId="{D7F51255-8E70-4CA0-A827-C960A949BA8C}" type="presParOf" srcId="{209D4D49-C9B5-42AB-84B2-F5CFD13DA135}" destId="{16382C03-4C10-4D53-95C5-8B28CE53ED5E}" srcOrd="1" destOrd="0" presId="urn:microsoft.com/office/officeart/2008/layout/LinedList"/>
    <dgm:cxn modelId="{6F45CC3D-C04C-44B0-97D0-F0C175BBF224}" type="presParOf" srcId="{16382C03-4C10-4D53-95C5-8B28CE53ED5E}" destId="{02C4DFA2-3990-4970-ACD0-CD85CD022F5A}" srcOrd="0" destOrd="0" presId="urn:microsoft.com/office/officeart/2008/layout/LinedList"/>
    <dgm:cxn modelId="{74353ABA-2D19-43D8-BB75-8E6F12335A22}" type="presParOf" srcId="{16382C03-4C10-4D53-95C5-8B28CE53ED5E}" destId="{41D952AD-BD74-479D-8427-1007878D3CDC}" srcOrd="1" destOrd="0" presId="urn:microsoft.com/office/officeart/2008/layout/LinedList"/>
    <dgm:cxn modelId="{E8058EDF-919D-4DBD-951D-30103A156AC8}" type="presParOf" srcId="{209D4D49-C9B5-42AB-84B2-F5CFD13DA135}" destId="{CF621D84-C8A9-4918-B78E-4FF4935CACB1}" srcOrd="2" destOrd="0" presId="urn:microsoft.com/office/officeart/2008/layout/LinedList"/>
    <dgm:cxn modelId="{1A8A5D22-EA66-42E1-A45D-F6B060E170C2}" type="presParOf" srcId="{209D4D49-C9B5-42AB-84B2-F5CFD13DA135}" destId="{FE4013B0-968A-4344-A688-26F9029AFB9C}" srcOrd="3" destOrd="0" presId="urn:microsoft.com/office/officeart/2008/layout/LinedList"/>
    <dgm:cxn modelId="{891746B5-07E3-4ABA-8275-8056075A8D24}" type="presParOf" srcId="{FE4013B0-968A-4344-A688-26F9029AFB9C}" destId="{19848562-1DC6-4014-BFCC-77E48702738E}" srcOrd="0" destOrd="0" presId="urn:microsoft.com/office/officeart/2008/layout/LinedList"/>
    <dgm:cxn modelId="{E9F09098-1FE9-4F65-9742-A0062266A714}" type="presParOf" srcId="{FE4013B0-968A-4344-A688-26F9029AFB9C}" destId="{E8A8E5DB-0D80-4842-B218-EF125571809C}" srcOrd="1" destOrd="0" presId="urn:microsoft.com/office/officeart/2008/layout/LinedList"/>
    <dgm:cxn modelId="{23048593-0E2A-4B71-B6FA-B3F3208B65FB}" type="presParOf" srcId="{209D4D49-C9B5-42AB-84B2-F5CFD13DA135}" destId="{C2F07A95-0757-4D87-990E-AF6D8387D1A1}" srcOrd="4" destOrd="0" presId="urn:microsoft.com/office/officeart/2008/layout/LinedList"/>
    <dgm:cxn modelId="{5D503931-12E1-48C9-8536-7B72CB5DB6B3}" type="presParOf" srcId="{209D4D49-C9B5-42AB-84B2-F5CFD13DA135}" destId="{DB81350D-73AF-4E65-A95E-3622B7DF0271}" srcOrd="5" destOrd="0" presId="urn:microsoft.com/office/officeart/2008/layout/LinedList"/>
    <dgm:cxn modelId="{389025DA-7517-402D-A887-B3BF1CF11C5F}" type="presParOf" srcId="{DB81350D-73AF-4E65-A95E-3622B7DF0271}" destId="{9D59DAA7-1F09-4A44-8A30-55B7EFAD7227}" srcOrd="0" destOrd="0" presId="urn:microsoft.com/office/officeart/2008/layout/LinedList"/>
    <dgm:cxn modelId="{4A59DCD1-AD83-4570-ACEF-E923D873E792}" type="presParOf" srcId="{DB81350D-73AF-4E65-A95E-3622B7DF0271}" destId="{71D22034-5E82-4341-B957-C1A73524D458}" srcOrd="1" destOrd="0" presId="urn:microsoft.com/office/officeart/2008/layout/LinedList"/>
    <dgm:cxn modelId="{E62E54A3-5777-47D2-AA10-699B586FED36}" type="presParOf" srcId="{209D4D49-C9B5-42AB-84B2-F5CFD13DA135}" destId="{E79C0F05-073F-4588-ACA9-098C13689AB0}" srcOrd="6" destOrd="0" presId="urn:microsoft.com/office/officeart/2008/layout/LinedList"/>
    <dgm:cxn modelId="{A56399E4-8675-415D-A7E5-B85E55210D00}" type="presParOf" srcId="{209D4D49-C9B5-42AB-84B2-F5CFD13DA135}" destId="{12C4F976-8F87-4A91-99DD-9B4DD6EDB16E}" srcOrd="7" destOrd="0" presId="urn:microsoft.com/office/officeart/2008/layout/LinedList"/>
    <dgm:cxn modelId="{96AC8B15-D0FC-48AC-8AA9-39D2B507F3E3}" type="presParOf" srcId="{12C4F976-8F87-4A91-99DD-9B4DD6EDB16E}" destId="{6AB69BEF-F75A-4A6A-A82A-A55639DD452A}" srcOrd="0" destOrd="0" presId="urn:microsoft.com/office/officeart/2008/layout/LinedList"/>
    <dgm:cxn modelId="{5565D56E-ABA0-4B5B-89CD-958BDF996DF6}" type="presParOf" srcId="{12C4F976-8F87-4A91-99DD-9B4DD6EDB16E}" destId="{BD9AE3B5-9D0F-423D-94AA-7CB321522897}" srcOrd="1" destOrd="0" presId="urn:microsoft.com/office/officeart/2008/layout/LinedList"/>
    <dgm:cxn modelId="{41D2ED2B-AB4F-43C1-95B6-4664BA674CE0}" type="presParOf" srcId="{209D4D49-C9B5-42AB-84B2-F5CFD13DA135}" destId="{4BE731C6-E698-4E84-A59E-F5B74D0D2115}" srcOrd="8" destOrd="0" presId="urn:microsoft.com/office/officeart/2008/layout/LinedList"/>
    <dgm:cxn modelId="{33489B69-6D1F-4C15-885C-E8D9DCA5BDD0}" type="presParOf" srcId="{209D4D49-C9B5-42AB-84B2-F5CFD13DA135}" destId="{A5046D58-2100-4766-9396-9D3CE9AF2B8C}" srcOrd="9" destOrd="0" presId="urn:microsoft.com/office/officeart/2008/layout/LinedList"/>
    <dgm:cxn modelId="{E60E958F-1F0B-4E72-A9A0-3D4F3B3B0C1A}" type="presParOf" srcId="{A5046D58-2100-4766-9396-9D3CE9AF2B8C}" destId="{72F1CB95-FA97-48C6-8142-487CDA4E4306}" srcOrd="0" destOrd="0" presId="urn:microsoft.com/office/officeart/2008/layout/LinedList"/>
    <dgm:cxn modelId="{2152F207-073F-44C2-AA0B-2AB401A25289}" type="presParOf" srcId="{A5046D58-2100-4766-9396-9D3CE9AF2B8C}" destId="{DF9AC10E-909F-492C-B5C0-DBC8E2628C51}" srcOrd="1" destOrd="0" presId="urn:microsoft.com/office/officeart/2008/layout/LinedList"/>
    <dgm:cxn modelId="{37CB51AB-FC48-4BC6-8797-38DC768F99C2}" type="presParOf" srcId="{209D4D49-C9B5-42AB-84B2-F5CFD13DA135}" destId="{42A5822F-3E2B-477D-9352-E53F2FDCD189}" srcOrd="10" destOrd="0" presId="urn:microsoft.com/office/officeart/2008/layout/LinedList"/>
    <dgm:cxn modelId="{9A7C52BE-7228-4006-BE86-36017873A8E8}" type="presParOf" srcId="{209D4D49-C9B5-42AB-84B2-F5CFD13DA135}" destId="{4DFDCC0B-9158-4D02-88F4-63AE2670FAAC}" srcOrd="11" destOrd="0" presId="urn:microsoft.com/office/officeart/2008/layout/LinedList"/>
    <dgm:cxn modelId="{FD6EBB32-3D44-4FD8-B545-C562614CF210}" type="presParOf" srcId="{4DFDCC0B-9158-4D02-88F4-63AE2670FAAC}" destId="{B63F6D85-1AEE-431D-93C1-C4CD94DB9DCE}" srcOrd="0" destOrd="0" presId="urn:microsoft.com/office/officeart/2008/layout/LinedList"/>
    <dgm:cxn modelId="{A8EB7817-3622-43FE-B15B-C663156D79A5}" type="presParOf" srcId="{4DFDCC0B-9158-4D02-88F4-63AE2670FAAC}" destId="{CDFF8E6F-153A-4EAE-AE86-C2E7CA804B74}" srcOrd="1" destOrd="0" presId="urn:microsoft.com/office/officeart/2008/layout/LinedList"/>
    <dgm:cxn modelId="{AB7188A1-AB60-47AA-8BA9-FBB46E70F5BC}" type="presParOf" srcId="{209D4D49-C9B5-42AB-84B2-F5CFD13DA135}" destId="{ED4C0A2B-AED1-4C17-81E9-A2E252454C79}" srcOrd="12" destOrd="0" presId="urn:microsoft.com/office/officeart/2008/layout/LinedList"/>
    <dgm:cxn modelId="{8318ED29-BC0F-4A4D-8F99-51EA2385A941}" type="presParOf" srcId="{209D4D49-C9B5-42AB-84B2-F5CFD13DA135}" destId="{6F6333F1-2898-485B-9770-C7577CADA30A}" srcOrd="13" destOrd="0" presId="urn:microsoft.com/office/officeart/2008/layout/LinedList"/>
    <dgm:cxn modelId="{4AA1D1E2-9263-4784-8705-09F1E00C0CD1}" type="presParOf" srcId="{6F6333F1-2898-485B-9770-C7577CADA30A}" destId="{3096FB33-5C57-46D2-A371-9F77BDCEB869}" srcOrd="0" destOrd="0" presId="urn:microsoft.com/office/officeart/2008/layout/LinedList"/>
    <dgm:cxn modelId="{82575A7F-0A61-4CA2-B1EA-D27F66C421DD}" type="presParOf" srcId="{6F6333F1-2898-485B-9770-C7577CADA30A}" destId="{E42B9CBD-F427-4409-A5C8-820E86276AB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37A4D56-C6B0-46FC-A40E-E1B22A9E3941}"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E0BED7EF-CD63-4FC5-B24C-D4672CDF78B8}">
      <dgm:prSet/>
      <dgm:spPr/>
      <dgm:t>
        <a:bodyPr/>
        <a:lstStyle/>
        <a:p>
          <a:r>
            <a:rPr lang="tr-TR" b="1"/>
            <a:t>Başlatıcı</a:t>
          </a:r>
          <a:endParaRPr lang="en-US"/>
        </a:p>
      </dgm:t>
    </dgm:pt>
    <dgm:pt modelId="{7AA052ED-ACAE-4A8A-B9AF-6E2AC33B5886}" type="parTrans" cxnId="{E586D90E-B9F3-47DD-A210-FAFA53A20F9E}">
      <dgm:prSet/>
      <dgm:spPr/>
      <dgm:t>
        <a:bodyPr/>
        <a:lstStyle/>
        <a:p>
          <a:endParaRPr lang="en-US"/>
        </a:p>
      </dgm:t>
    </dgm:pt>
    <dgm:pt modelId="{751482F4-5A44-446F-8AEE-6B833EAE0183}" type="sibTrans" cxnId="{E586D90E-B9F3-47DD-A210-FAFA53A20F9E}">
      <dgm:prSet/>
      <dgm:spPr/>
      <dgm:t>
        <a:bodyPr/>
        <a:lstStyle/>
        <a:p>
          <a:endParaRPr lang="en-US"/>
        </a:p>
      </dgm:t>
    </dgm:pt>
    <dgm:pt modelId="{CF39B00D-6B5E-4FBC-A96A-68B639DF9019}">
      <dgm:prSet/>
      <dgm:spPr/>
      <dgm:t>
        <a:bodyPr/>
        <a:lstStyle/>
        <a:p>
          <a:r>
            <a:rPr lang="en-US"/>
            <a:t>Başlatıcı olarak hangi kurum, süreç, kişi veya bir eylem tarafından ne gibi bir uyaran geleceğinin ve bu gelen uyaranın geçerli olması için gereken özelliklerinin tanımlanması şarttır.</a:t>
          </a:r>
        </a:p>
      </dgm:t>
    </dgm:pt>
    <dgm:pt modelId="{0B61E4FE-419B-4A52-BFF7-DF085166B433}" type="parTrans" cxnId="{51462D9C-3273-4033-BFDE-BBBE60784A76}">
      <dgm:prSet/>
      <dgm:spPr/>
      <dgm:t>
        <a:bodyPr/>
        <a:lstStyle/>
        <a:p>
          <a:endParaRPr lang="en-US"/>
        </a:p>
      </dgm:t>
    </dgm:pt>
    <dgm:pt modelId="{53D6A842-F77A-4B6C-8101-5433CC838217}" type="sibTrans" cxnId="{51462D9C-3273-4033-BFDE-BBBE60784A76}">
      <dgm:prSet/>
      <dgm:spPr/>
      <dgm:t>
        <a:bodyPr/>
        <a:lstStyle/>
        <a:p>
          <a:endParaRPr lang="en-US"/>
        </a:p>
      </dgm:t>
    </dgm:pt>
    <dgm:pt modelId="{EDFF0AB2-EAF3-4269-8477-93F12EDB1DA1}">
      <dgm:prSet/>
      <dgm:spPr/>
      <dgm:t>
        <a:bodyPr/>
        <a:lstStyle/>
        <a:p>
          <a:r>
            <a:rPr lang="tr-TR" b="1"/>
            <a:t>Eylemin başlatılması</a:t>
          </a:r>
          <a:endParaRPr lang="en-US"/>
        </a:p>
      </dgm:t>
    </dgm:pt>
    <dgm:pt modelId="{77866E82-2933-4F3E-B17C-1A67C6694EC2}" type="parTrans" cxnId="{1A7ADD32-CBCA-4AF7-A58C-A8CEEE225DC4}">
      <dgm:prSet/>
      <dgm:spPr/>
      <dgm:t>
        <a:bodyPr/>
        <a:lstStyle/>
        <a:p>
          <a:endParaRPr lang="en-US"/>
        </a:p>
      </dgm:t>
    </dgm:pt>
    <dgm:pt modelId="{D65ECCCE-7730-401B-8AD6-11F0376D30D6}" type="sibTrans" cxnId="{1A7ADD32-CBCA-4AF7-A58C-A8CEEE225DC4}">
      <dgm:prSet/>
      <dgm:spPr/>
      <dgm:t>
        <a:bodyPr/>
        <a:lstStyle/>
        <a:p>
          <a:endParaRPr lang="en-US"/>
        </a:p>
      </dgm:t>
    </dgm:pt>
    <dgm:pt modelId="{7DC73C2C-DFF2-4A99-9EFB-9FC55D7C0BF9}">
      <dgm:prSet/>
      <dgm:spPr/>
      <dgm:t>
        <a:bodyPr/>
        <a:lstStyle/>
        <a:p>
          <a:r>
            <a:rPr lang="en-US"/>
            <a:t>Eylemin bu gelen uyaranla başlatılabilmesi için uyaranın olması gereken hangi özelliklerine, sürecin ne şekil veya şartla, nasıl cevap vereceğinin ve ilk aktivitenin ne olacağının tanımlanması şarttır.</a:t>
          </a:r>
        </a:p>
      </dgm:t>
    </dgm:pt>
    <dgm:pt modelId="{3499692D-9437-44C3-99B1-382587310BDD}" type="parTrans" cxnId="{34ECAF59-96B1-4AFF-8ED5-F4886FED89F7}">
      <dgm:prSet/>
      <dgm:spPr/>
      <dgm:t>
        <a:bodyPr/>
        <a:lstStyle/>
        <a:p>
          <a:endParaRPr lang="en-US"/>
        </a:p>
      </dgm:t>
    </dgm:pt>
    <dgm:pt modelId="{27357D08-F664-4067-9900-FAC1A95079B4}" type="sibTrans" cxnId="{34ECAF59-96B1-4AFF-8ED5-F4886FED89F7}">
      <dgm:prSet/>
      <dgm:spPr/>
      <dgm:t>
        <a:bodyPr/>
        <a:lstStyle/>
        <a:p>
          <a:endParaRPr lang="en-US"/>
        </a:p>
      </dgm:t>
    </dgm:pt>
    <dgm:pt modelId="{B28CDA00-F9E6-4915-8215-E085CC8D09C4}">
      <dgm:prSet/>
      <dgm:spPr/>
      <dgm:t>
        <a:bodyPr/>
        <a:lstStyle/>
        <a:p>
          <a:r>
            <a:rPr lang="tr-TR" b="1"/>
            <a:t>Dönüşümün ortaya çıkması</a:t>
          </a:r>
          <a:endParaRPr lang="en-US"/>
        </a:p>
      </dgm:t>
    </dgm:pt>
    <dgm:pt modelId="{3D26BC7F-C670-4AF1-8629-2D730FA4A412}" type="parTrans" cxnId="{7FA1AD85-A8D5-4355-8021-EA4D415D9462}">
      <dgm:prSet/>
      <dgm:spPr/>
      <dgm:t>
        <a:bodyPr/>
        <a:lstStyle/>
        <a:p>
          <a:endParaRPr lang="en-US"/>
        </a:p>
      </dgm:t>
    </dgm:pt>
    <dgm:pt modelId="{D1518E2A-F446-469F-8770-60ADE0358D2A}" type="sibTrans" cxnId="{7FA1AD85-A8D5-4355-8021-EA4D415D9462}">
      <dgm:prSet/>
      <dgm:spPr/>
      <dgm:t>
        <a:bodyPr/>
        <a:lstStyle/>
        <a:p>
          <a:endParaRPr lang="en-US"/>
        </a:p>
      </dgm:t>
    </dgm:pt>
    <dgm:pt modelId="{39323DA1-FD8C-4111-8D35-1ADDEDB7E588}">
      <dgm:prSet/>
      <dgm:spPr/>
      <dgm:t>
        <a:bodyPr/>
        <a:lstStyle/>
        <a:p>
          <a:r>
            <a:rPr lang="en-US" dirty="0"/>
            <a:t>Bu </a:t>
          </a:r>
          <a:r>
            <a:rPr lang="en-US" dirty="0" err="1"/>
            <a:t>gelen</a:t>
          </a:r>
          <a:r>
            <a:rPr lang="en-US" dirty="0"/>
            <a:t> </a:t>
          </a:r>
          <a:r>
            <a:rPr lang="en-US" dirty="0" err="1"/>
            <a:t>uyarana</a:t>
          </a:r>
          <a:r>
            <a:rPr lang="en-US" dirty="0"/>
            <a:t> </a:t>
          </a:r>
          <a:r>
            <a:rPr lang="en-US" dirty="0" err="1"/>
            <a:t>verilen</a:t>
          </a:r>
          <a:r>
            <a:rPr lang="en-US" dirty="0"/>
            <a:t> ilk </a:t>
          </a:r>
          <a:r>
            <a:rPr lang="en-US" dirty="0" err="1"/>
            <a:t>cevap</a:t>
          </a:r>
          <a:r>
            <a:rPr lang="en-US" dirty="0"/>
            <a:t> </a:t>
          </a:r>
          <a:r>
            <a:rPr lang="en-US" dirty="0" err="1"/>
            <a:t>aktivitesi</a:t>
          </a:r>
          <a:r>
            <a:rPr lang="en-US" dirty="0"/>
            <a:t> </a:t>
          </a:r>
          <a:r>
            <a:rPr lang="en-US" dirty="0" err="1"/>
            <a:t>sonrasında</a:t>
          </a:r>
          <a:r>
            <a:rPr lang="en-US" dirty="0"/>
            <a:t> ne </a:t>
          </a:r>
          <a:r>
            <a:rPr lang="en-US" dirty="0" err="1"/>
            <a:t>tür</a:t>
          </a:r>
          <a:r>
            <a:rPr lang="en-US" dirty="0"/>
            <a:t> </a:t>
          </a:r>
          <a:r>
            <a:rPr lang="en-US" dirty="0" err="1"/>
            <a:t>bir</a:t>
          </a:r>
          <a:r>
            <a:rPr lang="en-US" dirty="0"/>
            <a:t> </a:t>
          </a:r>
          <a:r>
            <a:rPr lang="en-US" dirty="0" err="1"/>
            <a:t>dönüşümün</a:t>
          </a:r>
          <a:r>
            <a:rPr lang="en-US" dirty="0"/>
            <a:t> </a:t>
          </a:r>
          <a:r>
            <a:rPr lang="en-US" dirty="0" err="1"/>
            <a:t>hangi</a:t>
          </a:r>
          <a:r>
            <a:rPr lang="en-US" dirty="0"/>
            <a:t> </a:t>
          </a:r>
          <a:r>
            <a:rPr lang="en-US" dirty="0" err="1"/>
            <a:t>kaynaklar</a:t>
          </a:r>
          <a:r>
            <a:rPr lang="en-US" dirty="0"/>
            <a:t> </a:t>
          </a:r>
          <a:r>
            <a:rPr lang="en-US" dirty="0" err="1"/>
            <a:t>kullanılarak</a:t>
          </a:r>
          <a:r>
            <a:rPr lang="en-US" dirty="0"/>
            <a:t> </a:t>
          </a:r>
          <a:r>
            <a:rPr lang="en-US" dirty="0" err="1"/>
            <a:t>sağlanacağı</a:t>
          </a:r>
          <a:r>
            <a:rPr lang="en-US" dirty="0"/>
            <a:t> </a:t>
          </a:r>
          <a:r>
            <a:rPr lang="en-US" dirty="0" err="1"/>
            <a:t>ve</a:t>
          </a:r>
          <a:r>
            <a:rPr lang="en-US" dirty="0"/>
            <a:t> </a:t>
          </a:r>
          <a:r>
            <a:rPr lang="en-US" dirty="0" err="1"/>
            <a:t>dönüşüm</a:t>
          </a:r>
          <a:r>
            <a:rPr lang="en-US" dirty="0"/>
            <a:t> </a:t>
          </a:r>
          <a:r>
            <a:rPr lang="en-US" dirty="0" err="1"/>
            <a:t>tamamlanınca</a:t>
          </a:r>
          <a:r>
            <a:rPr lang="en-US" dirty="0"/>
            <a:t> </a:t>
          </a:r>
          <a:r>
            <a:rPr lang="en-US" dirty="0" err="1"/>
            <a:t>neyin</a:t>
          </a:r>
          <a:r>
            <a:rPr lang="en-US" dirty="0"/>
            <a:t> </a:t>
          </a:r>
          <a:r>
            <a:rPr lang="en-US" dirty="0" err="1"/>
            <a:t>ortaya</a:t>
          </a:r>
          <a:r>
            <a:rPr lang="en-US" dirty="0"/>
            <a:t> </a:t>
          </a:r>
          <a:r>
            <a:rPr lang="en-US" dirty="0" err="1"/>
            <a:t>çıkması</a:t>
          </a:r>
          <a:r>
            <a:rPr lang="en-US" dirty="0"/>
            <a:t> </a:t>
          </a:r>
          <a:r>
            <a:rPr lang="en-US" dirty="0" err="1"/>
            <a:t>gerektiğinin</a:t>
          </a:r>
          <a:r>
            <a:rPr lang="en-US" dirty="0"/>
            <a:t> </a:t>
          </a:r>
          <a:r>
            <a:rPr lang="en-US" dirty="0" err="1"/>
            <a:t>tanımlanması</a:t>
          </a:r>
          <a:r>
            <a:rPr lang="en-US" dirty="0"/>
            <a:t> </a:t>
          </a:r>
          <a:r>
            <a:rPr lang="en-US" dirty="0" err="1"/>
            <a:t>şarttır</a:t>
          </a:r>
          <a:r>
            <a:rPr lang="en-US" dirty="0"/>
            <a:t>.</a:t>
          </a:r>
        </a:p>
      </dgm:t>
    </dgm:pt>
    <dgm:pt modelId="{DF1A3892-0AEB-4731-9E94-9A0EFD42A350}" type="parTrans" cxnId="{63094004-8142-4D4B-B046-F4F62B0058E9}">
      <dgm:prSet/>
      <dgm:spPr/>
      <dgm:t>
        <a:bodyPr/>
        <a:lstStyle/>
        <a:p>
          <a:endParaRPr lang="en-US"/>
        </a:p>
      </dgm:t>
    </dgm:pt>
    <dgm:pt modelId="{9109040D-9966-4CF9-B531-FFC85E8531D2}" type="sibTrans" cxnId="{63094004-8142-4D4B-B046-F4F62B0058E9}">
      <dgm:prSet/>
      <dgm:spPr/>
      <dgm:t>
        <a:bodyPr/>
        <a:lstStyle/>
        <a:p>
          <a:endParaRPr lang="en-US"/>
        </a:p>
      </dgm:t>
    </dgm:pt>
    <dgm:pt modelId="{97F8B3F2-D155-4709-8B03-9CDC2D9D2605}">
      <dgm:prSet/>
      <dgm:spPr/>
      <dgm:t>
        <a:bodyPr/>
        <a:lstStyle/>
        <a:p>
          <a:r>
            <a:rPr lang="tr-TR" b="1"/>
            <a:t>Ürünün gelişmesi</a:t>
          </a:r>
          <a:endParaRPr lang="en-US"/>
        </a:p>
      </dgm:t>
    </dgm:pt>
    <dgm:pt modelId="{220FDC08-E9A1-41F8-93FB-7EEC33FF4802}" type="parTrans" cxnId="{F2AE2752-D68B-4300-98D7-B86AA3A62AD1}">
      <dgm:prSet/>
      <dgm:spPr/>
      <dgm:t>
        <a:bodyPr/>
        <a:lstStyle/>
        <a:p>
          <a:endParaRPr lang="en-US"/>
        </a:p>
      </dgm:t>
    </dgm:pt>
    <dgm:pt modelId="{DB6D1857-EEF5-4C14-86C5-4758A64197C8}" type="sibTrans" cxnId="{F2AE2752-D68B-4300-98D7-B86AA3A62AD1}">
      <dgm:prSet/>
      <dgm:spPr/>
      <dgm:t>
        <a:bodyPr/>
        <a:lstStyle/>
        <a:p>
          <a:endParaRPr lang="en-US"/>
        </a:p>
      </dgm:t>
    </dgm:pt>
    <dgm:pt modelId="{2910CC9E-BF3C-4E7A-AD7E-CFD50F825C10}">
      <dgm:prSet/>
      <dgm:spPr/>
      <dgm:t>
        <a:bodyPr/>
        <a:lstStyle/>
        <a:p>
          <a:r>
            <a:rPr lang="en-US"/>
            <a:t>Yukarda tanımlanan dönüşüm ve gelişen ürünün ne zaman, neye, nasıl ve ne için etki oluşturacağı, oluşan ürün ve etkisi sonrasında nelerin gerçekleşmesi gerektiği ve gerçekleşmemesi durumunda ne yapılması gerektiğinin açıklanması şarttır.</a:t>
          </a:r>
        </a:p>
      </dgm:t>
    </dgm:pt>
    <dgm:pt modelId="{41654851-141A-4D2D-80C1-F589EC981DF9}" type="parTrans" cxnId="{8D116B5D-2857-447D-BCC0-0AA5836FE401}">
      <dgm:prSet/>
      <dgm:spPr/>
      <dgm:t>
        <a:bodyPr/>
        <a:lstStyle/>
        <a:p>
          <a:endParaRPr lang="en-US"/>
        </a:p>
      </dgm:t>
    </dgm:pt>
    <dgm:pt modelId="{778590BE-EBAA-4703-99B8-A46FFDBCD0E1}" type="sibTrans" cxnId="{8D116B5D-2857-447D-BCC0-0AA5836FE401}">
      <dgm:prSet/>
      <dgm:spPr/>
      <dgm:t>
        <a:bodyPr/>
        <a:lstStyle/>
        <a:p>
          <a:endParaRPr lang="en-US"/>
        </a:p>
      </dgm:t>
    </dgm:pt>
    <dgm:pt modelId="{CD8AE0DB-30B7-4A9D-BF11-54489EDE3784}" type="pres">
      <dgm:prSet presAssocID="{237A4D56-C6B0-46FC-A40E-E1B22A9E3941}" presName="linear" presStyleCnt="0">
        <dgm:presLayoutVars>
          <dgm:animLvl val="lvl"/>
          <dgm:resizeHandles val="exact"/>
        </dgm:presLayoutVars>
      </dgm:prSet>
      <dgm:spPr/>
    </dgm:pt>
    <dgm:pt modelId="{37729868-B446-4577-AC99-C0166D789645}" type="pres">
      <dgm:prSet presAssocID="{E0BED7EF-CD63-4FC5-B24C-D4672CDF78B8}" presName="parentText" presStyleLbl="node1" presStyleIdx="0" presStyleCnt="4">
        <dgm:presLayoutVars>
          <dgm:chMax val="0"/>
          <dgm:bulletEnabled val="1"/>
        </dgm:presLayoutVars>
      </dgm:prSet>
      <dgm:spPr/>
    </dgm:pt>
    <dgm:pt modelId="{11C69529-2EC2-4A8F-B221-DBEF4902F694}" type="pres">
      <dgm:prSet presAssocID="{E0BED7EF-CD63-4FC5-B24C-D4672CDF78B8}" presName="childText" presStyleLbl="revTx" presStyleIdx="0" presStyleCnt="4">
        <dgm:presLayoutVars>
          <dgm:bulletEnabled val="1"/>
        </dgm:presLayoutVars>
      </dgm:prSet>
      <dgm:spPr/>
    </dgm:pt>
    <dgm:pt modelId="{2C648340-67CC-40AA-A85B-B4AC1C48B1DC}" type="pres">
      <dgm:prSet presAssocID="{EDFF0AB2-EAF3-4269-8477-93F12EDB1DA1}" presName="parentText" presStyleLbl="node1" presStyleIdx="1" presStyleCnt="4">
        <dgm:presLayoutVars>
          <dgm:chMax val="0"/>
          <dgm:bulletEnabled val="1"/>
        </dgm:presLayoutVars>
      </dgm:prSet>
      <dgm:spPr/>
    </dgm:pt>
    <dgm:pt modelId="{98E78995-B428-4936-A8D4-D8FE7AACCAD9}" type="pres">
      <dgm:prSet presAssocID="{EDFF0AB2-EAF3-4269-8477-93F12EDB1DA1}" presName="childText" presStyleLbl="revTx" presStyleIdx="1" presStyleCnt="4">
        <dgm:presLayoutVars>
          <dgm:bulletEnabled val="1"/>
        </dgm:presLayoutVars>
      </dgm:prSet>
      <dgm:spPr/>
    </dgm:pt>
    <dgm:pt modelId="{3383460E-1E3A-445B-8CE8-6AD5918A287A}" type="pres">
      <dgm:prSet presAssocID="{B28CDA00-F9E6-4915-8215-E085CC8D09C4}" presName="parentText" presStyleLbl="node1" presStyleIdx="2" presStyleCnt="4">
        <dgm:presLayoutVars>
          <dgm:chMax val="0"/>
          <dgm:bulletEnabled val="1"/>
        </dgm:presLayoutVars>
      </dgm:prSet>
      <dgm:spPr/>
    </dgm:pt>
    <dgm:pt modelId="{3ABCE40A-0453-40E7-987A-C6872EB19EBF}" type="pres">
      <dgm:prSet presAssocID="{B28CDA00-F9E6-4915-8215-E085CC8D09C4}" presName="childText" presStyleLbl="revTx" presStyleIdx="2" presStyleCnt="4">
        <dgm:presLayoutVars>
          <dgm:bulletEnabled val="1"/>
        </dgm:presLayoutVars>
      </dgm:prSet>
      <dgm:spPr/>
    </dgm:pt>
    <dgm:pt modelId="{A3FABC3A-E718-4895-8024-66FFF55DB4FC}" type="pres">
      <dgm:prSet presAssocID="{97F8B3F2-D155-4709-8B03-9CDC2D9D2605}" presName="parentText" presStyleLbl="node1" presStyleIdx="3" presStyleCnt="4">
        <dgm:presLayoutVars>
          <dgm:chMax val="0"/>
          <dgm:bulletEnabled val="1"/>
        </dgm:presLayoutVars>
      </dgm:prSet>
      <dgm:spPr/>
    </dgm:pt>
    <dgm:pt modelId="{2F716A6E-73DF-4511-89B7-FC273F6F4360}" type="pres">
      <dgm:prSet presAssocID="{97F8B3F2-D155-4709-8B03-9CDC2D9D2605}" presName="childText" presStyleLbl="revTx" presStyleIdx="3" presStyleCnt="4">
        <dgm:presLayoutVars>
          <dgm:bulletEnabled val="1"/>
        </dgm:presLayoutVars>
      </dgm:prSet>
      <dgm:spPr/>
    </dgm:pt>
  </dgm:ptLst>
  <dgm:cxnLst>
    <dgm:cxn modelId="{63094004-8142-4D4B-B046-F4F62B0058E9}" srcId="{B28CDA00-F9E6-4915-8215-E085CC8D09C4}" destId="{39323DA1-FD8C-4111-8D35-1ADDEDB7E588}" srcOrd="0" destOrd="0" parTransId="{DF1A3892-0AEB-4731-9E94-9A0EFD42A350}" sibTransId="{9109040D-9966-4CF9-B531-FFC85E8531D2}"/>
    <dgm:cxn modelId="{4734DB05-628A-4C42-9CEC-B818D32FE9DA}" type="presOf" srcId="{B28CDA00-F9E6-4915-8215-E085CC8D09C4}" destId="{3383460E-1E3A-445B-8CE8-6AD5918A287A}" srcOrd="0" destOrd="0" presId="urn:microsoft.com/office/officeart/2005/8/layout/vList2"/>
    <dgm:cxn modelId="{A5C5950B-ECD3-429D-B5D9-A2924F6923E6}" type="presOf" srcId="{39323DA1-FD8C-4111-8D35-1ADDEDB7E588}" destId="{3ABCE40A-0453-40E7-987A-C6872EB19EBF}" srcOrd="0" destOrd="0" presId="urn:microsoft.com/office/officeart/2005/8/layout/vList2"/>
    <dgm:cxn modelId="{E586D90E-B9F3-47DD-A210-FAFA53A20F9E}" srcId="{237A4D56-C6B0-46FC-A40E-E1B22A9E3941}" destId="{E0BED7EF-CD63-4FC5-B24C-D4672CDF78B8}" srcOrd="0" destOrd="0" parTransId="{7AA052ED-ACAE-4A8A-B9AF-6E2AC33B5886}" sibTransId="{751482F4-5A44-446F-8AEE-6B833EAE0183}"/>
    <dgm:cxn modelId="{1A7ADD32-CBCA-4AF7-A58C-A8CEEE225DC4}" srcId="{237A4D56-C6B0-46FC-A40E-E1B22A9E3941}" destId="{EDFF0AB2-EAF3-4269-8477-93F12EDB1DA1}" srcOrd="1" destOrd="0" parTransId="{77866E82-2933-4F3E-B17C-1A67C6694EC2}" sibTransId="{D65ECCCE-7730-401B-8AD6-11F0376D30D6}"/>
    <dgm:cxn modelId="{8D116B5D-2857-447D-BCC0-0AA5836FE401}" srcId="{97F8B3F2-D155-4709-8B03-9CDC2D9D2605}" destId="{2910CC9E-BF3C-4E7A-AD7E-CFD50F825C10}" srcOrd="0" destOrd="0" parTransId="{41654851-141A-4D2D-80C1-F589EC981DF9}" sibTransId="{778590BE-EBAA-4703-99B8-A46FFDBCD0E1}"/>
    <dgm:cxn modelId="{808F565D-9B4D-4420-AFEF-4F9725885970}" type="presOf" srcId="{E0BED7EF-CD63-4FC5-B24C-D4672CDF78B8}" destId="{37729868-B446-4577-AC99-C0166D789645}" srcOrd="0" destOrd="0" presId="urn:microsoft.com/office/officeart/2005/8/layout/vList2"/>
    <dgm:cxn modelId="{F2AE2752-D68B-4300-98D7-B86AA3A62AD1}" srcId="{237A4D56-C6B0-46FC-A40E-E1B22A9E3941}" destId="{97F8B3F2-D155-4709-8B03-9CDC2D9D2605}" srcOrd="3" destOrd="0" parTransId="{220FDC08-E9A1-41F8-93FB-7EEC33FF4802}" sibTransId="{DB6D1857-EEF5-4C14-86C5-4758A64197C8}"/>
    <dgm:cxn modelId="{CDD31B73-2D09-4B62-9D85-A6A180AF5573}" type="presOf" srcId="{7DC73C2C-DFF2-4A99-9EFB-9FC55D7C0BF9}" destId="{98E78995-B428-4936-A8D4-D8FE7AACCAD9}" srcOrd="0" destOrd="0" presId="urn:microsoft.com/office/officeart/2005/8/layout/vList2"/>
    <dgm:cxn modelId="{34ECAF59-96B1-4AFF-8ED5-F4886FED89F7}" srcId="{EDFF0AB2-EAF3-4269-8477-93F12EDB1DA1}" destId="{7DC73C2C-DFF2-4A99-9EFB-9FC55D7C0BF9}" srcOrd="0" destOrd="0" parTransId="{3499692D-9437-44C3-99B1-382587310BDD}" sibTransId="{27357D08-F664-4067-9900-FAC1A95079B4}"/>
    <dgm:cxn modelId="{6C59097E-43F1-4A98-B386-C1B35CC1862D}" type="presOf" srcId="{237A4D56-C6B0-46FC-A40E-E1B22A9E3941}" destId="{CD8AE0DB-30B7-4A9D-BF11-54489EDE3784}" srcOrd="0" destOrd="0" presId="urn:microsoft.com/office/officeart/2005/8/layout/vList2"/>
    <dgm:cxn modelId="{7FA1AD85-A8D5-4355-8021-EA4D415D9462}" srcId="{237A4D56-C6B0-46FC-A40E-E1B22A9E3941}" destId="{B28CDA00-F9E6-4915-8215-E085CC8D09C4}" srcOrd="2" destOrd="0" parTransId="{3D26BC7F-C670-4AF1-8629-2D730FA4A412}" sibTransId="{D1518E2A-F446-469F-8770-60ADE0358D2A}"/>
    <dgm:cxn modelId="{51462D9C-3273-4033-BFDE-BBBE60784A76}" srcId="{E0BED7EF-CD63-4FC5-B24C-D4672CDF78B8}" destId="{CF39B00D-6B5E-4FBC-A96A-68B639DF9019}" srcOrd="0" destOrd="0" parTransId="{0B61E4FE-419B-4A52-BFF7-DF085166B433}" sibTransId="{53D6A842-F77A-4B6C-8101-5433CC838217}"/>
    <dgm:cxn modelId="{F1BD479F-581E-4A1F-A91D-BBCBDE8E8BBE}" type="presOf" srcId="{EDFF0AB2-EAF3-4269-8477-93F12EDB1DA1}" destId="{2C648340-67CC-40AA-A85B-B4AC1C48B1DC}" srcOrd="0" destOrd="0" presId="urn:microsoft.com/office/officeart/2005/8/layout/vList2"/>
    <dgm:cxn modelId="{731C47BC-FD4B-4F2B-9481-3540F3DCF211}" type="presOf" srcId="{CF39B00D-6B5E-4FBC-A96A-68B639DF9019}" destId="{11C69529-2EC2-4A8F-B221-DBEF4902F694}" srcOrd="0" destOrd="0" presId="urn:microsoft.com/office/officeart/2005/8/layout/vList2"/>
    <dgm:cxn modelId="{3F1633E5-508C-4600-894E-86360EA6B823}" type="presOf" srcId="{2910CC9E-BF3C-4E7A-AD7E-CFD50F825C10}" destId="{2F716A6E-73DF-4511-89B7-FC273F6F4360}" srcOrd="0" destOrd="0" presId="urn:microsoft.com/office/officeart/2005/8/layout/vList2"/>
    <dgm:cxn modelId="{C4401DFC-D1A6-4B4F-AEA7-203D58E34BF1}" type="presOf" srcId="{97F8B3F2-D155-4709-8B03-9CDC2D9D2605}" destId="{A3FABC3A-E718-4895-8024-66FFF55DB4FC}" srcOrd="0" destOrd="0" presId="urn:microsoft.com/office/officeart/2005/8/layout/vList2"/>
    <dgm:cxn modelId="{FA0FE276-4D86-477D-9D90-3251FBB2EBDC}" type="presParOf" srcId="{CD8AE0DB-30B7-4A9D-BF11-54489EDE3784}" destId="{37729868-B446-4577-AC99-C0166D789645}" srcOrd="0" destOrd="0" presId="urn:microsoft.com/office/officeart/2005/8/layout/vList2"/>
    <dgm:cxn modelId="{B34851CE-369B-4BB2-98D2-14DE688D3CCD}" type="presParOf" srcId="{CD8AE0DB-30B7-4A9D-BF11-54489EDE3784}" destId="{11C69529-2EC2-4A8F-B221-DBEF4902F694}" srcOrd="1" destOrd="0" presId="urn:microsoft.com/office/officeart/2005/8/layout/vList2"/>
    <dgm:cxn modelId="{709F9539-DE9D-4445-982C-FF6930F66A32}" type="presParOf" srcId="{CD8AE0DB-30B7-4A9D-BF11-54489EDE3784}" destId="{2C648340-67CC-40AA-A85B-B4AC1C48B1DC}" srcOrd="2" destOrd="0" presId="urn:microsoft.com/office/officeart/2005/8/layout/vList2"/>
    <dgm:cxn modelId="{FDFEE6F6-7D14-4018-BB5B-69EDF2BA4FEA}" type="presParOf" srcId="{CD8AE0DB-30B7-4A9D-BF11-54489EDE3784}" destId="{98E78995-B428-4936-A8D4-D8FE7AACCAD9}" srcOrd="3" destOrd="0" presId="urn:microsoft.com/office/officeart/2005/8/layout/vList2"/>
    <dgm:cxn modelId="{F5B2F477-DF60-41FB-AB92-3A0442B5C616}" type="presParOf" srcId="{CD8AE0DB-30B7-4A9D-BF11-54489EDE3784}" destId="{3383460E-1E3A-445B-8CE8-6AD5918A287A}" srcOrd="4" destOrd="0" presId="urn:microsoft.com/office/officeart/2005/8/layout/vList2"/>
    <dgm:cxn modelId="{4D713BD1-B7DC-468D-9922-7B1A557D5C8B}" type="presParOf" srcId="{CD8AE0DB-30B7-4A9D-BF11-54489EDE3784}" destId="{3ABCE40A-0453-40E7-987A-C6872EB19EBF}" srcOrd="5" destOrd="0" presId="urn:microsoft.com/office/officeart/2005/8/layout/vList2"/>
    <dgm:cxn modelId="{D23D29E0-8145-4832-A975-4FFCA633D957}" type="presParOf" srcId="{CD8AE0DB-30B7-4A9D-BF11-54489EDE3784}" destId="{A3FABC3A-E718-4895-8024-66FFF55DB4FC}" srcOrd="6" destOrd="0" presId="urn:microsoft.com/office/officeart/2005/8/layout/vList2"/>
    <dgm:cxn modelId="{C55EE09F-5FD2-4F9C-AFCD-F7965E1975B5}" type="presParOf" srcId="{CD8AE0DB-30B7-4A9D-BF11-54489EDE3784}" destId="{2F716A6E-73DF-4511-89B7-FC273F6F4360}"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2613D4-7C9C-4461-8354-2A50AF6752A0}">
      <dsp:nvSpPr>
        <dsp:cNvPr id="0" name=""/>
        <dsp:cNvSpPr/>
      </dsp:nvSpPr>
      <dsp:spPr>
        <a:xfrm>
          <a:off x="0" y="2890"/>
          <a:ext cx="6269038" cy="162010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04641A-9FCC-4B60-AD09-A1FD006074B9}">
      <dsp:nvSpPr>
        <dsp:cNvPr id="0" name=""/>
        <dsp:cNvSpPr/>
      </dsp:nvSpPr>
      <dsp:spPr>
        <a:xfrm>
          <a:off x="490082" y="367414"/>
          <a:ext cx="891929" cy="89105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FB8A86-7C9D-4CA2-80E4-CE4886F6E6A2}">
      <dsp:nvSpPr>
        <dsp:cNvPr id="0" name=""/>
        <dsp:cNvSpPr/>
      </dsp:nvSpPr>
      <dsp:spPr>
        <a:xfrm>
          <a:off x="1904998" y="0"/>
          <a:ext cx="4223899" cy="1621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629" tIns="171629" rIns="171629" bIns="171629" numCol="1" spcCol="1270" anchor="ctr" anchorCtr="0">
          <a:noAutofit/>
        </a:bodyPr>
        <a:lstStyle/>
        <a:p>
          <a:pPr marL="0" lvl="0" indent="0" algn="l" defTabSz="889000">
            <a:lnSpc>
              <a:spcPct val="100000"/>
            </a:lnSpc>
            <a:spcBef>
              <a:spcPct val="0"/>
            </a:spcBef>
            <a:spcAft>
              <a:spcPct val="35000"/>
            </a:spcAft>
            <a:buNone/>
          </a:pPr>
          <a:r>
            <a:rPr lang="tr-TR" sz="2000" kern="1200" dirty="0"/>
            <a:t>1. Her sürecin </a:t>
          </a:r>
          <a:r>
            <a:rPr lang="tr-TR" sz="2000" b="1" kern="1200" dirty="0">
              <a:effectLst>
                <a:outerShdw blurRad="38100" dist="38100" dir="2700000" algn="tl">
                  <a:srgbClr val="000000">
                    <a:alpha val="43137"/>
                  </a:srgbClr>
                </a:outerShdw>
              </a:effectLst>
            </a:rPr>
            <a:t>üstleri ve astları ile bütünlük halinde</a:t>
          </a:r>
          <a:r>
            <a:rPr lang="tr-TR" sz="2000" kern="1200" dirty="0"/>
            <a:t> olması sağlanmalıdır.</a:t>
          </a:r>
          <a:endParaRPr lang="en-US" sz="2000" kern="1200" dirty="0"/>
        </a:p>
      </dsp:txBody>
      <dsp:txXfrm>
        <a:off x="1904998" y="0"/>
        <a:ext cx="4223899" cy="1621690"/>
      </dsp:txXfrm>
    </dsp:sp>
    <dsp:sp modelId="{11586272-F2AE-4103-B92E-B5927E40CECA}">
      <dsp:nvSpPr>
        <dsp:cNvPr id="0" name=""/>
        <dsp:cNvSpPr/>
      </dsp:nvSpPr>
      <dsp:spPr>
        <a:xfrm>
          <a:off x="0" y="2010227"/>
          <a:ext cx="6269038" cy="162010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846A64-1927-4501-8237-66D7D5514532}">
      <dsp:nvSpPr>
        <dsp:cNvPr id="0" name=""/>
        <dsp:cNvSpPr/>
      </dsp:nvSpPr>
      <dsp:spPr>
        <a:xfrm>
          <a:off x="490082" y="2339741"/>
          <a:ext cx="891929" cy="89105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95F3AD-7073-490D-8648-192B1DE35245}">
      <dsp:nvSpPr>
        <dsp:cNvPr id="0" name=""/>
        <dsp:cNvSpPr/>
      </dsp:nvSpPr>
      <dsp:spPr>
        <a:xfrm>
          <a:off x="1872094" y="1975217"/>
          <a:ext cx="4223899" cy="1621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629" tIns="171629" rIns="171629" bIns="171629" numCol="1" spcCol="1270" anchor="ctr" anchorCtr="0">
          <a:noAutofit/>
        </a:bodyPr>
        <a:lstStyle/>
        <a:p>
          <a:pPr marL="0" lvl="0" indent="0" algn="l" defTabSz="889000">
            <a:lnSpc>
              <a:spcPct val="100000"/>
            </a:lnSpc>
            <a:spcBef>
              <a:spcPct val="0"/>
            </a:spcBef>
            <a:spcAft>
              <a:spcPct val="35000"/>
            </a:spcAft>
            <a:buNone/>
          </a:pPr>
          <a:r>
            <a:rPr lang="tr-TR" sz="2000" kern="1200" dirty="0"/>
            <a:t>2. Her sürecin isminin </a:t>
          </a:r>
          <a:r>
            <a:rPr lang="tr-TR" sz="2000" b="1" kern="1200" dirty="0">
              <a:effectLst>
                <a:outerShdw blurRad="38100" dist="38100" dir="2700000" algn="tl">
                  <a:srgbClr val="000000">
                    <a:alpha val="43137"/>
                  </a:srgbClr>
                </a:outerShdw>
              </a:effectLst>
            </a:rPr>
            <a:t>başlatıcı, kaynaklar ve ürünü hissettirmesi</a:t>
          </a:r>
          <a:r>
            <a:rPr lang="tr-TR" sz="2000" kern="1200" dirty="0"/>
            <a:t>, </a:t>
          </a:r>
          <a:r>
            <a:rPr lang="tr-TR" sz="2800" b="1" kern="1200" dirty="0">
              <a:solidFill>
                <a:srgbClr val="FF0000"/>
              </a:solidFill>
              <a:effectLst>
                <a:outerShdw blurRad="38100" dist="38100" dir="2700000" algn="tl">
                  <a:srgbClr val="000000">
                    <a:alpha val="43137"/>
                  </a:srgbClr>
                </a:outerShdw>
              </a:effectLst>
            </a:rPr>
            <a:t>dönüşüm eylemini ise açıkça </a:t>
          </a:r>
          <a:r>
            <a:rPr lang="tr-TR" sz="2000" b="1" kern="1200" dirty="0">
              <a:effectLst>
                <a:outerShdw blurRad="38100" dist="38100" dir="2700000" algn="tl">
                  <a:srgbClr val="000000">
                    <a:alpha val="43137"/>
                  </a:srgbClr>
                </a:outerShdw>
              </a:effectLst>
            </a:rPr>
            <a:t>söylemesi</a:t>
          </a:r>
          <a:r>
            <a:rPr lang="tr-TR" sz="2000" kern="1200" dirty="0"/>
            <a:t> sağlanmalıdır.</a:t>
          </a:r>
          <a:endParaRPr lang="en-US" sz="2000" kern="1200" dirty="0"/>
        </a:p>
      </dsp:txBody>
      <dsp:txXfrm>
        <a:off x="1872094" y="1975217"/>
        <a:ext cx="4223899" cy="1621690"/>
      </dsp:txXfrm>
    </dsp:sp>
    <dsp:sp modelId="{BF498CBD-E581-4A6C-AABF-B7335F8C3DC6}">
      <dsp:nvSpPr>
        <dsp:cNvPr id="0" name=""/>
        <dsp:cNvSpPr/>
      </dsp:nvSpPr>
      <dsp:spPr>
        <a:xfrm>
          <a:off x="0" y="3947689"/>
          <a:ext cx="6269038" cy="162010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2B03C3-0811-4417-B37F-14075C654696}">
      <dsp:nvSpPr>
        <dsp:cNvPr id="0" name=""/>
        <dsp:cNvSpPr/>
      </dsp:nvSpPr>
      <dsp:spPr>
        <a:xfrm>
          <a:off x="490082" y="4312067"/>
          <a:ext cx="891929" cy="89105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41C6C4-7BC5-4BBB-83F2-07053F2B6332}">
      <dsp:nvSpPr>
        <dsp:cNvPr id="0" name=""/>
        <dsp:cNvSpPr/>
      </dsp:nvSpPr>
      <dsp:spPr>
        <a:xfrm>
          <a:off x="1872094" y="3947543"/>
          <a:ext cx="4223899" cy="1621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629" tIns="171629" rIns="171629" bIns="171629" numCol="1" spcCol="1270" anchor="ctr" anchorCtr="0">
          <a:noAutofit/>
        </a:bodyPr>
        <a:lstStyle/>
        <a:p>
          <a:pPr marL="0" lvl="0" indent="0" algn="l" defTabSz="889000">
            <a:lnSpc>
              <a:spcPct val="100000"/>
            </a:lnSpc>
            <a:spcBef>
              <a:spcPct val="0"/>
            </a:spcBef>
            <a:spcAft>
              <a:spcPct val="35000"/>
            </a:spcAft>
            <a:buNone/>
          </a:pPr>
          <a:r>
            <a:rPr lang="tr-TR" sz="2000" kern="1200" dirty="0"/>
            <a:t>3. Her sürecin sorumluluklarının </a:t>
          </a:r>
          <a:r>
            <a:rPr lang="tr-TR" sz="2000" b="1" kern="1200" dirty="0">
              <a:effectLst>
                <a:outerShdw blurRad="38100" dist="38100" dir="2700000" algn="tl">
                  <a:srgbClr val="000000">
                    <a:alpha val="43137"/>
                  </a:srgbClr>
                </a:outerShdw>
              </a:effectLst>
            </a:rPr>
            <a:t>masa </a:t>
          </a:r>
          <a:r>
            <a:rPr lang="tr-TR" sz="2000" b="1" kern="1200" dirty="0" err="1">
              <a:effectLst>
                <a:outerShdw blurRad="38100" dist="38100" dir="2700000" algn="tl">
                  <a:srgbClr val="000000">
                    <a:alpha val="43137"/>
                  </a:srgbClr>
                </a:outerShdw>
              </a:effectLst>
            </a:rPr>
            <a:t>kırılımına</a:t>
          </a:r>
          <a:r>
            <a:rPr lang="tr-TR" sz="2000" b="1" kern="1200" dirty="0">
              <a:effectLst>
                <a:outerShdw blurRad="38100" dist="38100" dir="2700000" algn="tl">
                  <a:srgbClr val="000000">
                    <a:alpha val="43137"/>
                  </a:srgbClr>
                </a:outerShdw>
              </a:effectLst>
            </a:rPr>
            <a:t> kadar alt </a:t>
          </a:r>
          <a:r>
            <a:rPr lang="tr-TR" sz="2000" kern="1200" dirty="0"/>
            <a:t>sorumluluklara bölünerek derinleşmesi sağlanmalıdır.</a:t>
          </a:r>
          <a:endParaRPr lang="en-US" sz="2000" kern="1200" dirty="0"/>
        </a:p>
      </dsp:txBody>
      <dsp:txXfrm>
        <a:off x="1872094" y="3947543"/>
        <a:ext cx="4223899" cy="16216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2613D4-7C9C-4461-8354-2A50AF6752A0}">
      <dsp:nvSpPr>
        <dsp:cNvPr id="0" name=""/>
        <dsp:cNvSpPr/>
      </dsp:nvSpPr>
      <dsp:spPr>
        <a:xfrm>
          <a:off x="0" y="680"/>
          <a:ext cx="6269038" cy="159164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04641A-9FCC-4B60-AD09-A1FD006074B9}">
      <dsp:nvSpPr>
        <dsp:cNvPr id="0" name=""/>
        <dsp:cNvSpPr/>
      </dsp:nvSpPr>
      <dsp:spPr>
        <a:xfrm>
          <a:off x="481473" y="358800"/>
          <a:ext cx="875405" cy="8754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FB8A86-7C9D-4CA2-80E4-CE4886F6E6A2}">
      <dsp:nvSpPr>
        <dsp:cNvPr id="0" name=""/>
        <dsp:cNvSpPr/>
      </dsp:nvSpPr>
      <dsp:spPr>
        <a:xfrm>
          <a:off x="1838352" y="680"/>
          <a:ext cx="4430685" cy="1591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49" tIns="168449" rIns="168449" bIns="168449" numCol="1" spcCol="1270" anchor="ctr" anchorCtr="0">
          <a:noAutofit/>
        </a:bodyPr>
        <a:lstStyle/>
        <a:p>
          <a:pPr marL="0" lvl="0" indent="0" algn="l" defTabSz="666750">
            <a:lnSpc>
              <a:spcPct val="90000"/>
            </a:lnSpc>
            <a:spcBef>
              <a:spcPct val="0"/>
            </a:spcBef>
            <a:spcAft>
              <a:spcPct val="35000"/>
            </a:spcAft>
            <a:buNone/>
          </a:pPr>
          <a:r>
            <a:rPr lang="tr-TR" sz="1500" kern="1200" dirty="0"/>
            <a:t>4. Alt sorumluluk bölümlemesinde (kümelemesinde) bölünen süreçlerin aşağıdakilerden </a:t>
          </a:r>
          <a:r>
            <a:rPr lang="tr-TR" sz="1500" b="1" kern="1200" dirty="0">
              <a:effectLst>
                <a:outerShdw blurRad="38100" dist="38100" dir="2700000" algn="tl">
                  <a:srgbClr val="000000">
                    <a:alpha val="43137"/>
                  </a:srgbClr>
                </a:outerShdw>
              </a:effectLst>
            </a:rPr>
            <a:t>sadece birine uyması </a:t>
          </a:r>
          <a:r>
            <a:rPr lang="tr-TR" sz="1500" kern="1200" dirty="0"/>
            <a:t>sağlanmalıdır</a:t>
          </a:r>
          <a:r>
            <a:rPr lang="en-US" sz="1500" kern="1200" dirty="0"/>
            <a:t>.</a:t>
          </a:r>
        </a:p>
      </dsp:txBody>
      <dsp:txXfrm>
        <a:off x="1838352" y="680"/>
        <a:ext cx="4430685" cy="1591647"/>
      </dsp:txXfrm>
    </dsp:sp>
    <dsp:sp modelId="{11586272-F2AE-4103-B92E-B5927E40CECA}">
      <dsp:nvSpPr>
        <dsp:cNvPr id="0" name=""/>
        <dsp:cNvSpPr/>
      </dsp:nvSpPr>
      <dsp:spPr>
        <a:xfrm>
          <a:off x="0" y="1990238"/>
          <a:ext cx="6269038" cy="159164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846A64-1927-4501-8237-66D7D5514532}">
      <dsp:nvSpPr>
        <dsp:cNvPr id="0" name=""/>
        <dsp:cNvSpPr/>
      </dsp:nvSpPr>
      <dsp:spPr>
        <a:xfrm>
          <a:off x="481473" y="2348359"/>
          <a:ext cx="875405" cy="8754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95F3AD-7073-490D-8648-192B1DE35245}">
      <dsp:nvSpPr>
        <dsp:cNvPr id="0" name=""/>
        <dsp:cNvSpPr/>
      </dsp:nvSpPr>
      <dsp:spPr>
        <a:xfrm>
          <a:off x="1838352" y="1990238"/>
          <a:ext cx="4430685" cy="1591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49" tIns="168449" rIns="168449" bIns="168449" numCol="1" spcCol="1270" anchor="ctr" anchorCtr="0">
          <a:noAutofit/>
        </a:bodyPr>
        <a:lstStyle/>
        <a:p>
          <a:pPr marL="0" lvl="0" indent="0" algn="l" defTabSz="666750">
            <a:lnSpc>
              <a:spcPct val="90000"/>
            </a:lnSpc>
            <a:spcBef>
              <a:spcPct val="0"/>
            </a:spcBef>
            <a:spcAft>
              <a:spcPct val="35000"/>
            </a:spcAft>
            <a:buNone/>
          </a:pPr>
          <a:r>
            <a:rPr lang="en-US" sz="1500" kern="1200" dirty="0"/>
            <a:t>a. </a:t>
          </a:r>
          <a:r>
            <a:rPr lang="en-US" sz="1500" kern="1200" dirty="0" err="1"/>
            <a:t>Prosesin</a:t>
          </a:r>
          <a:r>
            <a:rPr lang="en-US" sz="1500" kern="1200" dirty="0"/>
            <a:t> </a:t>
          </a:r>
          <a:r>
            <a:rPr lang="en-US" sz="1500" kern="1200" dirty="0" err="1"/>
            <a:t>Akışları</a:t>
          </a:r>
          <a:r>
            <a:rPr lang="tr-TR" sz="1500" kern="1200" dirty="0"/>
            <a:t>, </a:t>
          </a:r>
          <a:r>
            <a:rPr lang="en-US" sz="1500" kern="1200" dirty="0"/>
            <a:t>b. </a:t>
          </a:r>
          <a:r>
            <a:rPr lang="en-US" sz="1500" kern="1200" dirty="0" err="1"/>
            <a:t>Prosesin</a:t>
          </a:r>
          <a:r>
            <a:rPr lang="en-US" sz="1500" kern="1200" dirty="0"/>
            <a:t> </a:t>
          </a:r>
          <a:r>
            <a:rPr lang="en-US" sz="1500" kern="1200" dirty="0" err="1"/>
            <a:t>Parçaları</a:t>
          </a:r>
          <a:endParaRPr lang="en-US" sz="1500" kern="1200" dirty="0"/>
        </a:p>
        <a:p>
          <a:pPr marL="0" lvl="0" indent="0" algn="l" defTabSz="666750">
            <a:lnSpc>
              <a:spcPct val="90000"/>
            </a:lnSpc>
            <a:spcBef>
              <a:spcPct val="0"/>
            </a:spcBef>
            <a:spcAft>
              <a:spcPct val="35000"/>
            </a:spcAft>
            <a:buNone/>
          </a:pPr>
          <a:r>
            <a:rPr lang="en-US" sz="1500" kern="1200" dirty="0"/>
            <a:t>c. </a:t>
          </a:r>
          <a:r>
            <a:rPr lang="en-US" sz="1500" kern="1200" dirty="0" err="1"/>
            <a:t>Prosesin</a:t>
          </a:r>
          <a:r>
            <a:rPr lang="en-US" sz="1500" kern="1200" dirty="0"/>
            <a:t> </a:t>
          </a:r>
          <a:r>
            <a:rPr lang="en-US" sz="1500" kern="1200" dirty="0" err="1"/>
            <a:t>Kaynakları</a:t>
          </a:r>
          <a:r>
            <a:rPr lang="tr-TR" sz="1500" kern="1200" dirty="0"/>
            <a:t>, </a:t>
          </a:r>
          <a:r>
            <a:rPr lang="en-US" sz="1500" kern="1200" dirty="0"/>
            <a:t>d. </a:t>
          </a:r>
          <a:r>
            <a:rPr lang="en-US" sz="1500" kern="1200" dirty="0" err="1"/>
            <a:t>Prosesin</a:t>
          </a:r>
          <a:r>
            <a:rPr lang="en-US" sz="1500" kern="1200" dirty="0"/>
            <a:t> </a:t>
          </a:r>
          <a:r>
            <a:rPr lang="en-US" sz="1500" kern="1200" dirty="0" err="1"/>
            <a:t>Değerleri</a:t>
          </a:r>
          <a:endParaRPr lang="en-US" sz="1500" kern="1200" dirty="0"/>
        </a:p>
        <a:p>
          <a:pPr marL="0" lvl="0" indent="0" algn="l" defTabSz="666750">
            <a:lnSpc>
              <a:spcPct val="90000"/>
            </a:lnSpc>
            <a:spcBef>
              <a:spcPct val="0"/>
            </a:spcBef>
            <a:spcAft>
              <a:spcPct val="35000"/>
            </a:spcAft>
            <a:buNone/>
          </a:pPr>
          <a:r>
            <a:rPr lang="en-US" sz="1500" kern="1200" dirty="0"/>
            <a:t>e. </a:t>
          </a:r>
          <a:r>
            <a:rPr lang="en-US" sz="1500" kern="1200" dirty="0" err="1"/>
            <a:t>Prosesin</a:t>
          </a:r>
          <a:r>
            <a:rPr lang="en-US" sz="1500" kern="1200" dirty="0"/>
            <a:t> </a:t>
          </a:r>
          <a:r>
            <a:rPr lang="en-US" sz="1500" kern="1200" dirty="0" err="1"/>
            <a:t>Hedefleri</a:t>
          </a:r>
          <a:r>
            <a:rPr lang="tr-TR" sz="1500" kern="1200" dirty="0"/>
            <a:t>, </a:t>
          </a:r>
          <a:r>
            <a:rPr lang="en-US" sz="1500" kern="1200" dirty="0"/>
            <a:t>f. </a:t>
          </a:r>
          <a:r>
            <a:rPr lang="en-US" sz="1500" kern="1200" dirty="0" err="1"/>
            <a:t>Prosesin</a:t>
          </a:r>
          <a:r>
            <a:rPr lang="en-US" sz="1500" kern="1200" dirty="0"/>
            <a:t> </a:t>
          </a:r>
          <a:r>
            <a:rPr lang="en-US" sz="1500" kern="1200" dirty="0" err="1"/>
            <a:t>Ürünleri</a:t>
          </a:r>
          <a:endParaRPr lang="en-US" sz="1500" kern="1200" dirty="0"/>
        </a:p>
      </dsp:txBody>
      <dsp:txXfrm>
        <a:off x="1838352" y="1990238"/>
        <a:ext cx="4430685" cy="1591647"/>
      </dsp:txXfrm>
    </dsp:sp>
    <dsp:sp modelId="{BF498CBD-E581-4A6C-AABF-B7335F8C3DC6}">
      <dsp:nvSpPr>
        <dsp:cNvPr id="0" name=""/>
        <dsp:cNvSpPr/>
      </dsp:nvSpPr>
      <dsp:spPr>
        <a:xfrm>
          <a:off x="0" y="3979797"/>
          <a:ext cx="6269038" cy="159164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2B03C3-0811-4417-B37F-14075C654696}">
      <dsp:nvSpPr>
        <dsp:cNvPr id="0" name=""/>
        <dsp:cNvSpPr/>
      </dsp:nvSpPr>
      <dsp:spPr>
        <a:xfrm>
          <a:off x="481473" y="4337918"/>
          <a:ext cx="875405" cy="87540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41C6C4-7BC5-4BBB-83F2-07053F2B6332}">
      <dsp:nvSpPr>
        <dsp:cNvPr id="0" name=""/>
        <dsp:cNvSpPr/>
      </dsp:nvSpPr>
      <dsp:spPr>
        <a:xfrm>
          <a:off x="1838352" y="3979797"/>
          <a:ext cx="4430685" cy="1591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49" tIns="168449" rIns="168449" bIns="168449" numCol="1" spcCol="1270" anchor="ctr" anchorCtr="0">
          <a:noAutofit/>
        </a:bodyPr>
        <a:lstStyle/>
        <a:p>
          <a:pPr marL="0" lvl="0" indent="0" algn="l" defTabSz="666750">
            <a:lnSpc>
              <a:spcPct val="90000"/>
            </a:lnSpc>
            <a:spcBef>
              <a:spcPct val="0"/>
            </a:spcBef>
            <a:spcAft>
              <a:spcPct val="35000"/>
            </a:spcAft>
            <a:buNone/>
          </a:pPr>
          <a:r>
            <a:rPr lang="tr-TR" sz="1500" kern="1200" dirty="0"/>
            <a:t>4.1</a:t>
          </a:r>
          <a:r>
            <a:rPr lang="en-US" sz="1500" kern="1200" dirty="0"/>
            <a:t>. </a:t>
          </a:r>
          <a:r>
            <a:rPr lang="en-US" sz="1500" kern="1200" dirty="0" err="1"/>
            <a:t>Tüm</a:t>
          </a:r>
          <a:r>
            <a:rPr lang="en-US" sz="1500" kern="1200" dirty="0"/>
            <a:t> </a:t>
          </a:r>
          <a:r>
            <a:rPr lang="tr-TR" sz="1500" kern="1200" dirty="0"/>
            <a:t>akış </a:t>
          </a:r>
          <a:r>
            <a:rPr lang="en-US" sz="1500" kern="1200" dirty="0" err="1"/>
            <a:t>prosesler</a:t>
          </a:r>
          <a:r>
            <a:rPr lang="tr-TR" sz="1500" kern="1200" dirty="0"/>
            <a:t>in</a:t>
          </a:r>
          <a:r>
            <a:rPr lang="en-US" sz="1500" kern="1200" dirty="0"/>
            <a:t>de </a:t>
          </a:r>
          <a:r>
            <a:rPr lang="tr-TR" sz="1500" kern="1200" dirty="0"/>
            <a:t>(Döngü Tanımlamaları) </a:t>
          </a:r>
          <a:r>
            <a:rPr lang="en-US" sz="1500" kern="1200" dirty="0" err="1"/>
            <a:t>sorulumlu</a:t>
          </a:r>
          <a:r>
            <a:rPr lang="tr-TR" sz="1500" kern="1200" dirty="0" err="1"/>
            <a:t>lu</a:t>
          </a:r>
          <a:r>
            <a:rPr lang="en-US" sz="1500" kern="1200" dirty="0" err="1"/>
            <a:t>klar</a:t>
          </a:r>
          <a:r>
            <a:rPr lang="en-US" sz="1500" kern="1200" dirty="0"/>
            <a:t> "</a:t>
          </a:r>
          <a:r>
            <a:rPr lang="tr-TR" sz="1500" kern="1200" dirty="0"/>
            <a:t>başlatıcı, kaynakların sağlanması, eylemin başlatılması, dönüşümün ortaya çıkması, ürünün gelişmesi </a:t>
          </a:r>
          <a:r>
            <a:rPr lang="en-US" sz="1500" kern="1200" dirty="0" err="1"/>
            <a:t>ve</a:t>
          </a:r>
          <a:r>
            <a:rPr lang="en-US" sz="1500" kern="1200" dirty="0"/>
            <a:t> </a:t>
          </a:r>
          <a:r>
            <a:rPr lang="tr-TR" sz="1500" kern="1200" dirty="0"/>
            <a:t>prosesin döngüye girmesi</a:t>
          </a:r>
          <a:r>
            <a:rPr lang="en-US" sz="1500" kern="1200" dirty="0"/>
            <a:t>" </a:t>
          </a:r>
          <a:r>
            <a:rPr lang="tr-TR" sz="1500" kern="1200" dirty="0"/>
            <a:t>ş</a:t>
          </a:r>
          <a:r>
            <a:rPr lang="en-US" sz="1500" kern="1200" dirty="0" err="1"/>
            <a:t>eklinde</a:t>
          </a:r>
          <a:r>
            <a:rPr lang="en-US" sz="1500" kern="1200" dirty="0"/>
            <a:t> a</a:t>
          </a:r>
          <a:r>
            <a:rPr lang="tr-TR" sz="1500" kern="1200" dirty="0" err="1"/>
            <a:t>çı</a:t>
          </a:r>
          <a:r>
            <a:rPr lang="en-US" sz="1500" kern="1200" dirty="0" err="1"/>
            <a:t>klanmal</a:t>
          </a:r>
          <a:r>
            <a:rPr lang="tr-TR" sz="1500" kern="1200" dirty="0"/>
            <a:t>ı</a:t>
          </a:r>
          <a:r>
            <a:rPr lang="en-US" sz="1500" kern="1200" dirty="0"/>
            <a:t>d</a:t>
          </a:r>
          <a:r>
            <a:rPr lang="tr-TR" sz="1500" kern="1200" dirty="0"/>
            <a:t>ı</a:t>
          </a:r>
          <a:r>
            <a:rPr lang="en-US" sz="1500" kern="1200" dirty="0"/>
            <a:t>r.</a:t>
          </a:r>
        </a:p>
      </dsp:txBody>
      <dsp:txXfrm>
        <a:off x="1838352" y="3979797"/>
        <a:ext cx="4430685" cy="15916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2613D4-7C9C-4461-8354-2A50AF6752A0}">
      <dsp:nvSpPr>
        <dsp:cNvPr id="0" name=""/>
        <dsp:cNvSpPr/>
      </dsp:nvSpPr>
      <dsp:spPr>
        <a:xfrm>
          <a:off x="0" y="905470"/>
          <a:ext cx="6269038" cy="167163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04641A-9FCC-4B60-AD09-A1FD006074B9}">
      <dsp:nvSpPr>
        <dsp:cNvPr id="0" name=""/>
        <dsp:cNvSpPr/>
      </dsp:nvSpPr>
      <dsp:spPr>
        <a:xfrm>
          <a:off x="505670" y="1281588"/>
          <a:ext cx="919400" cy="9194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FB8A86-7C9D-4CA2-80E4-CE4886F6E6A2}">
      <dsp:nvSpPr>
        <dsp:cNvPr id="0" name=""/>
        <dsp:cNvSpPr/>
      </dsp:nvSpPr>
      <dsp:spPr>
        <a:xfrm>
          <a:off x="1930741" y="905470"/>
          <a:ext cx="4338296" cy="1671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915" tIns="176915" rIns="176915" bIns="176915" numCol="1" spcCol="1270" anchor="ctr" anchorCtr="0">
          <a:noAutofit/>
        </a:bodyPr>
        <a:lstStyle/>
        <a:p>
          <a:pPr marL="0" lvl="0" indent="0" algn="l" defTabSz="755650">
            <a:lnSpc>
              <a:spcPct val="100000"/>
            </a:lnSpc>
            <a:spcBef>
              <a:spcPct val="0"/>
            </a:spcBef>
            <a:spcAft>
              <a:spcPct val="35000"/>
            </a:spcAft>
            <a:buNone/>
          </a:pPr>
          <a:r>
            <a:rPr lang="tr-TR" sz="1700" kern="1200" dirty="0"/>
            <a:t>5</a:t>
          </a:r>
          <a:r>
            <a:rPr lang="en-US" sz="1700" kern="1200" dirty="0"/>
            <a:t>. T</a:t>
          </a:r>
          <a:r>
            <a:rPr lang="tr-TR" sz="1700" kern="1200" dirty="0"/>
            <a:t>ü</a:t>
          </a:r>
          <a:r>
            <a:rPr lang="en-US" sz="1700" kern="1200" dirty="0"/>
            <a:t>m </a:t>
          </a:r>
          <a:r>
            <a:rPr lang="en-US" sz="1700" kern="1200" dirty="0" err="1"/>
            <a:t>proseslerde</a:t>
          </a:r>
          <a:r>
            <a:rPr lang="en-US" sz="1700" kern="1200" dirty="0"/>
            <a:t> </a:t>
          </a:r>
          <a:r>
            <a:rPr lang="en-US" sz="1700" b="1" kern="1200" dirty="0" err="1">
              <a:effectLst>
                <a:outerShdw blurRad="38100" dist="38100" dir="2700000" algn="tl">
                  <a:srgbClr val="000000">
                    <a:alpha val="43137"/>
                  </a:srgbClr>
                </a:outerShdw>
              </a:effectLst>
            </a:rPr>
            <a:t>planlama</a:t>
          </a:r>
          <a:r>
            <a:rPr lang="en-US" sz="1700" b="1" kern="1200" dirty="0">
              <a:effectLst>
                <a:outerShdw blurRad="38100" dist="38100" dir="2700000" algn="tl">
                  <a:srgbClr val="000000">
                    <a:alpha val="43137"/>
                  </a:srgbClr>
                </a:outerShdw>
              </a:effectLst>
            </a:rPr>
            <a:t>, organize </a:t>
          </a:r>
          <a:r>
            <a:rPr lang="en-US" sz="1700" b="1" kern="1200" dirty="0" err="1">
              <a:effectLst>
                <a:outerShdw blurRad="38100" dist="38100" dir="2700000" algn="tl">
                  <a:srgbClr val="000000">
                    <a:alpha val="43137"/>
                  </a:srgbClr>
                </a:outerShdw>
              </a:effectLst>
            </a:rPr>
            <a:t>etme</a:t>
          </a:r>
          <a:r>
            <a:rPr lang="en-US" sz="1700" b="1" kern="1200" dirty="0">
              <a:effectLst>
                <a:outerShdw blurRad="38100" dist="38100" dir="2700000" algn="tl">
                  <a:srgbClr val="000000">
                    <a:alpha val="43137"/>
                  </a:srgbClr>
                </a:outerShdw>
              </a:effectLst>
            </a:rPr>
            <a:t>, y</a:t>
          </a:r>
          <a:r>
            <a:rPr lang="tr-TR" sz="1700" b="1" kern="1200" dirty="0">
              <a:effectLst>
                <a:outerShdw blurRad="38100" dist="38100" dir="2700000" algn="tl">
                  <a:srgbClr val="000000">
                    <a:alpha val="43137"/>
                  </a:srgbClr>
                </a:outerShdw>
              </a:effectLst>
            </a:rPr>
            <a:t>ö</a:t>
          </a:r>
          <a:r>
            <a:rPr lang="en-US" sz="1700" b="1" kern="1200" dirty="0" err="1">
              <a:effectLst>
                <a:outerShdw blurRad="38100" dist="38100" dir="2700000" algn="tl">
                  <a:srgbClr val="000000">
                    <a:alpha val="43137"/>
                  </a:srgbClr>
                </a:outerShdw>
              </a:effectLst>
            </a:rPr>
            <a:t>neltme</a:t>
          </a:r>
          <a:r>
            <a:rPr lang="en-US" sz="1700" b="1" kern="1200" dirty="0">
              <a:effectLst>
                <a:outerShdw blurRad="38100" dist="38100" dir="2700000" algn="tl">
                  <a:srgbClr val="000000">
                    <a:alpha val="43137"/>
                  </a:srgbClr>
                </a:outerShdw>
              </a:effectLst>
            </a:rPr>
            <a:t>, y</a:t>
          </a:r>
          <a:r>
            <a:rPr lang="tr-TR" sz="1700" b="1" kern="1200" dirty="0">
              <a:effectLst>
                <a:outerShdw blurRad="38100" dist="38100" dir="2700000" algn="tl">
                  <a:srgbClr val="000000">
                    <a:alpha val="43137"/>
                  </a:srgbClr>
                </a:outerShdw>
              </a:effectLst>
            </a:rPr>
            <a:t>ö</a:t>
          </a:r>
          <a:r>
            <a:rPr lang="en-US" sz="1700" b="1" kern="1200" dirty="0" err="1">
              <a:effectLst>
                <a:outerShdw blurRad="38100" dist="38100" dir="2700000" algn="tl">
                  <a:srgbClr val="000000">
                    <a:alpha val="43137"/>
                  </a:srgbClr>
                </a:outerShdw>
              </a:effectLst>
            </a:rPr>
            <a:t>nlendirme</a:t>
          </a:r>
          <a:r>
            <a:rPr lang="en-US" sz="1700" b="1" kern="1200" dirty="0">
              <a:effectLst>
                <a:outerShdw blurRad="38100" dist="38100" dir="2700000" algn="tl">
                  <a:srgbClr val="000000">
                    <a:alpha val="43137"/>
                  </a:srgbClr>
                </a:outerShdw>
              </a:effectLst>
            </a:rPr>
            <a:t> </a:t>
          </a:r>
          <a:r>
            <a:rPr lang="en-US" sz="1700" b="1" kern="1200" dirty="0" err="1">
              <a:effectLst>
                <a:outerShdw blurRad="38100" dist="38100" dir="2700000" algn="tl">
                  <a:srgbClr val="000000">
                    <a:alpha val="43137"/>
                  </a:srgbClr>
                </a:outerShdw>
              </a:effectLst>
            </a:rPr>
            <a:t>ve</a:t>
          </a:r>
          <a:r>
            <a:rPr lang="en-US" sz="1700" b="1" kern="1200" dirty="0">
              <a:effectLst>
                <a:outerShdw blurRad="38100" dist="38100" dir="2700000" algn="tl">
                  <a:srgbClr val="000000">
                    <a:alpha val="43137"/>
                  </a:srgbClr>
                </a:outerShdw>
              </a:effectLst>
            </a:rPr>
            <a:t> </a:t>
          </a:r>
          <a:r>
            <a:rPr lang="en-US" sz="1700" b="1" kern="1200" dirty="0" err="1">
              <a:effectLst>
                <a:outerShdw blurRad="38100" dist="38100" dir="2700000" algn="tl">
                  <a:srgbClr val="000000">
                    <a:alpha val="43137"/>
                  </a:srgbClr>
                </a:outerShdw>
              </a:effectLst>
            </a:rPr>
            <a:t>geli</a:t>
          </a:r>
          <a:r>
            <a:rPr lang="tr-TR" sz="1700" b="1" kern="1200" dirty="0">
              <a:effectLst>
                <a:outerShdw blurRad="38100" dist="38100" dir="2700000" algn="tl">
                  <a:srgbClr val="000000">
                    <a:alpha val="43137"/>
                  </a:srgbClr>
                </a:outerShdw>
              </a:effectLst>
            </a:rPr>
            <a:t>ş</a:t>
          </a:r>
          <a:r>
            <a:rPr lang="en-US" sz="1700" b="1" kern="1200" dirty="0" err="1">
              <a:effectLst>
                <a:outerShdw blurRad="38100" dist="38100" dir="2700000" algn="tl">
                  <a:srgbClr val="000000">
                    <a:alpha val="43137"/>
                  </a:srgbClr>
                </a:outerShdw>
              </a:effectLst>
            </a:rPr>
            <a:t>tirme</a:t>
          </a:r>
          <a:r>
            <a:rPr lang="en-US" sz="1700" b="1" kern="1200" dirty="0">
              <a:effectLst>
                <a:outerShdw blurRad="38100" dist="38100" dir="2700000" algn="tl">
                  <a:srgbClr val="000000">
                    <a:alpha val="43137"/>
                  </a:srgbClr>
                </a:outerShdw>
              </a:effectLst>
            </a:rPr>
            <a:t> </a:t>
          </a:r>
          <a:r>
            <a:rPr lang="en-US" sz="1700" kern="1200" dirty="0" err="1"/>
            <a:t>sorumluluklar</a:t>
          </a:r>
          <a:r>
            <a:rPr lang="tr-TR" sz="1700" kern="1200" dirty="0"/>
            <a:t>ı</a:t>
          </a:r>
          <a:r>
            <a:rPr lang="en-US" sz="1700" kern="1200" dirty="0"/>
            <a:t> a</a:t>
          </a:r>
          <a:r>
            <a:rPr lang="tr-TR" sz="1700" kern="1200" dirty="0" err="1"/>
            <a:t>çı</a:t>
          </a:r>
          <a:r>
            <a:rPr lang="en-US" sz="1700" kern="1200" dirty="0"/>
            <a:t>k </a:t>
          </a:r>
          <a:r>
            <a:rPr lang="en-US" sz="1700" kern="1200" dirty="0" err="1"/>
            <a:t>veya</a:t>
          </a:r>
          <a:r>
            <a:rPr lang="en-US" sz="1700" kern="1200" dirty="0"/>
            <a:t> </a:t>
          </a:r>
          <a:r>
            <a:rPr lang="tr-TR" sz="1700" kern="1200" dirty="0"/>
            <a:t>ö</a:t>
          </a:r>
          <a:r>
            <a:rPr lang="en-US" sz="1700" kern="1200" dirty="0"/>
            <a:t>rt</a:t>
          </a:r>
          <a:r>
            <a:rPr lang="tr-TR" sz="1700" kern="1200" dirty="0"/>
            <a:t>ü</a:t>
          </a:r>
          <a:r>
            <a:rPr lang="en-US" sz="1700" kern="1200" dirty="0"/>
            <a:t>l</a:t>
          </a:r>
          <a:r>
            <a:rPr lang="tr-TR" sz="1700" kern="1200" dirty="0"/>
            <a:t>ü</a:t>
          </a:r>
          <a:r>
            <a:rPr lang="en-US" sz="1700" kern="1200" dirty="0"/>
            <a:t> </a:t>
          </a:r>
          <a:r>
            <a:rPr lang="en-US" sz="1700" kern="1200" dirty="0" err="1"/>
            <a:t>olarak</a:t>
          </a:r>
          <a:r>
            <a:rPr lang="en-US" sz="1700" kern="1200" dirty="0"/>
            <a:t> de</a:t>
          </a:r>
          <a:r>
            <a:rPr lang="tr-TR" sz="1700" kern="1200" dirty="0"/>
            <a:t>ğ</a:t>
          </a:r>
          <a:r>
            <a:rPr lang="en-US" sz="1700" kern="1200" dirty="0" err="1"/>
            <a:t>i</a:t>
          </a:r>
          <a:r>
            <a:rPr lang="tr-TR" sz="1700" kern="1200" dirty="0"/>
            <a:t>ş</a:t>
          </a:r>
          <a:r>
            <a:rPr lang="en-US" sz="1700" kern="1200" dirty="0" err="1"/>
            <a:t>ik</a:t>
          </a:r>
          <a:r>
            <a:rPr lang="en-US" sz="1700" kern="1200" dirty="0"/>
            <a:t> </a:t>
          </a:r>
          <a:r>
            <a:rPr lang="en-US" sz="1700" kern="1200" dirty="0" err="1"/>
            <a:t>oranlarda</a:t>
          </a:r>
          <a:r>
            <a:rPr lang="en-US" sz="1700" kern="1200" dirty="0"/>
            <a:t> </a:t>
          </a:r>
          <a:r>
            <a:rPr lang="en-US" sz="1700" kern="1200" dirty="0" err="1"/>
            <a:t>olmal</a:t>
          </a:r>
          <a:r>
            <a:rPr lang="tr-TR" sz="1700" kern="1200" dirty="0"/>
            <a:t>ı</a:t>
          </a:r>
          <a:r>
            <a:rPr lang="en-US" sz="1700" kern="1200" dirty="0"/>
            <a:t>d</a:t>
          </a:r>
          <a:r>
            <a:rPr lang="tr-TR" sz="1700" kern="1200" dirty="0"/>
            <a:t>ı</a:t>
          </a:r>
          <a:r>
            <a:rPr lang="en-US" sz="1700" kern="1200" dirty="0"/>
            <a:t>r.</a:t>
          </a:r>
        </a:p>
      </dsp:txBody>
      <dsp:txXfrm>
        <a:off x="1930741" y="905470"/>
        <a:ext cx="4338296" cy="1671637"/>
      </dsp:txXfrm>
    </dsp:sp>
    <dsp:sp modelId="{11586272-F2AE-4103-B92E-B5927E40CECA}">
      <dsp:nvSpPr>
        <dsp:cNvPr id="0" name=""/>
        <dsp:cNvSpPr/>
      </dsp:nvSpPr>
      <dsp:spPr>
        <a:xfrm>
          <a:off x="0" y="2995017"/>
          <a:ext cx="6269038" cy="167163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846A64-1927-4501-8237-66D7D5514532}">
      <dsp:nvSpPr>
        <dsp:cNvPr id="0" name=""/>
        <dsp:cNvSpPr/>
      </dsp:nvSpPr>
      <dsp:spPr>
        <a:xfrm>
          <a:off x="505670" y="3371135"/>
          <a:ext cx="919400" cy="9194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95F3AD-7073-490D-8648-192B1DE35245}">
      <dsp:nvSpPr>
        <dsp:cNvPr id="0" name=""/>
        <dsp:cNvSpPr/>
      </dsp:nvSpPr>
      <dsp:spPr>
        <a:xfrm>
          <a:off x="1930741" y="2995017"/>
          <a:ext cx="4338296" cy="1671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915" tIns="176915" rIns="176915" bIns="176915" numCol="1" spcCol="1270" anchor="ctr" anchorCtr="0">
          <a:noAutofit/>
        </a:bodyPr>
        <a:lstStyle/>
        <a:p>
          <a:pPr marL="0" lvl="0" indent="0" algn="l" defTabSz="755650">
            <a:lnSpc>
              <a:spcPct val="100000"/>
            </a:lnSpc>
            <a:spcBef>
              <a:spcPct val="0"/>
            </a:spcBef>
            <a:spcAft>
              <a:spcPct val="35000"/>
            </a:spcAft>
            <a:buNone/>
          </a:pPr>
          <a:r>
            <a:rPr lang="tr-TR" sz="1700" kern="1200" dirty="0"/>
            <a:t>5.1</a:t>
          </a:r>
          <a:r>
            <a:rPr lang="en-US" sz="1700" kern="1200" dirty="0"/>
            <a:t>. Bili</a:t>
          </a:r>
          <a:r>
            <a:rPr lang="tr-TR" sz="1700" kern="1200" dirty="0"/>
            <a:t>ş</a:t>
          </a:r>
          <a:r>
            <a:rPr lang="en-US" sz="1700" kern="1200" dirty="0" err="1"/>
            <a:t>sel</a:t>
          </a:r>
          <a:r>
            <a:rPr lang="en-US" sz="1700" kern="1200" dirty="0"/>
            <a:t> de</a:t>
          </a:r>
          <a:r>
            <a:rPr lang="tr-TR" sz="1700" kern="1200" dirty="0"/>
            <a:t>ğ</a:t>
          </a:r>
          <a:r>
            <a:rPr lang="en-US" sz="1700" kern="1200" dirty="0" err="1"/>
            <a:t>eri</a:t>
          </a:r>
          <a:r>
            <a:rPr lang="en-US" sz="1700" kern="1200" dirty="0"/>
            <a:t> y</a:t>
          </a:r>
          <a:r>
            <a:rPr lang="tr-TR" sz="1700" kern="1200" dirty="0"/>
            <a:t>ü</a:t>
          </a:r>
          <a:r>
            <a:rPr lang="nn-NO" sz="1700" kern="1200" dirty="0"/>
            <a:t>ksek proseslerde planama ve geli</a:t>
          </a:r>
          <a:r>
            <a:rPr lang="tr-TR" sz="1700" kern="1200" dirty="0"/>
            <a:t>ş</a:t>
          </a:r>
          <a:r>
            <a:rPr lang="en-US" sz="1700" kern="1200" dirty="0" err="1"/>
            <a:t>tirmeye</a:t>
          </a:r>
          <a:r>
            <a:rPr lang="en-US" sz="1700" kern="1200" dirty="0"/>
            <a:t> (u</a:t>
          </a:r>
          <a:r>
            <a:rPr lang="tr-TR" sz="1700" kern="1200" dirty="0"/>
            <a:t>ç</a:t>
          </a:r>
          <a:r>
            <a:rPr lang="en-US" sz="1700" kern="1200" dirty="0" err="1"/>
            <a:t>lara</a:t>
          </a:r>
          <a:r>
            <a:rPr lang="en-US" sz="1700" kern="1200" dirty="0"/>
            <a:t>) </a:t>
          </a:r>
          <a:r>
            <a:rPr lang="en-US" sz="1700" kern="1200" dirty="0" err="1"/>
            <a:t>kayma</a:t>
          </a:r>
          <a:r>
            <a:rPr lang="en-US" sz="1700" kern="1200" dirty="0"/>
            <a:t>, </a:t>
          </a:r>
          <a:r>
            <a:rPr lang="en-US" sz="1700" kern="1200" dirty="0" err="1"/>
            <a:t>bedensel</a:t>
          </a:r>
          <a:r>
            <a:rPr lang="en-US" sz="1700" kern="1200" dirty="0"/>
            <a:t> de</a:t>
          </a:r>
          <a:r>
            <a:rPr lang="tr-TR" sz="1700" kern="1200" dirty="0"/>
            <a:t>ğ</a:t>
          </a:r>
          <a:r>
            <a:rPr lang="en-US" sz="1700" kern="1200" dirty="0" err="1"/>
            <a:t>eri</a:t>
          </a:r>
          <a:r>
            <a:rPr lang="en-US" sz="1700" kern="1200" dirty="0"/>
            <a:t> y</a:t>
          </a:r>
          <a:r>
            <a:rPr lang="tr-TR" sz="1700" kern="1200" dirty="0"/>
            <a:t>ü</a:t>
          </a:r>
          <a:r>
            <a:rPr lang="en-US" sz="1700" kern="1200" dirty="0" err="1"/>
            <a:t>ksek</a:t>
          </a:r>
          <a:r>
            <a:rPr lang="en-US" sz="1700" kern="1200" dirty="0"/>
            <a:t> </a:t>
          </a:r>
          <a:r>
            <a:rPr lang="en-US" sz="1700" kern="1200" dirty="0" err="1"/>
            <a:t>i</a:t>
          </a:r>
          <a:r>
            <a:rPr lang="tr-TR" sz="1700" kern="1200" dirty="0"/>
            <a:t>ş</a:t>
          </a:r>
          <a:r>
            <a:rPr lang="en-US" sz="1700" kern="1200" dirty="0" err="1"/>
            <a:t>lerde</a:t>
          </a:r>
          <a:r>
            <a:rPr lang="en-US" sz="1700" kern="1200" dirty="0"/>
            <a:t> y</a:t>
          </a:r>
          <a:r>
            <a:rPr lang="tr-TR" sz="1700" kern="1200" dirty="0"/>
            <a:t>ö</a:t>
          </a:r>
          <a:r>
            <a:rPr lang="en-US" sz="1700" kern="1200" dirty="0" err="1"/>
            <a:t>neltme</a:t>
          </a:r>
          <a:r>
            <a:rPr lang="en-US" sz="1700" kern="1200" dirty="0"/>
            <a:t> </a:t>
          </a:r>
          <a:r>
            <a:rPr lang="en-US" sz="1700" kern="1200" dirty="0" err="1"/>
            <a:t>ve</a:t>
          </a:r>
          <a:r>
            <a:rPr lang="en-US" sz="1700" kern="1200" dirty="0"/>
            <a:t> y</a:t>
          </a:r>
          <a:r>
            <a:rPr lang="tr-TR" sz="1700" kern="1200" dirty="0"/>
            <a:t>ö</a:t>
          </a:r>
          <a:r>
            <a:rPr lang="en-US" sz="1700" kern="1200" dirty="0" err="1"/>
            <a:t>nlendirmeye</a:t>
          </a:r>
          <a:r>
            <a:rPr lang="en-US" sz="1700" kern="1200" dirty="0"/>
            <a:t> (</a:t>
          </a:r>
          <a:r>
            <a:rPr lang="en-US" sz="1700" kern="1200" dirty="0" err="1"/>
            <a:t>ortalara</a:t>
          </a:r>
          <a:r>
            <a:rPr lang="en-US" sz="1700" kern="1200" dirty="0"/>
            <a:t>) </a:t>
          </a:r>
          <a:r>
            <a:rPr lang="en-US" sz="1700" kern="1200" dirty="0" err="1"/>
            <a:t>kayma</a:t>
          </a:r>
          <a:r>
            <a:rPr lang="en-US" sz="1700" kern="1200" dirty="0"/>
            <a:t> </a:t>
          </a:r>
          <a:r>
            <a:rPr lang="en-US" sz="1700" kern="1200" dirty="0" err="1"/>
            <a:t>artmal</a:t>
          </a:r>
          <a:r>
            <a:rPr lang="tr-TR" sz="1700" kern="1200" dirty="0"/>
            <a:t>ı</a:t>
          </a:r>
          <a:r>
            <a:rPr lang="en-US" sz="1700" kern="1200" dirty="0"/>
            <a:t>d</a:t>
          </a:r>
          <a:r>
            <a:rPr lang="tr-TR" sz="1700" kern="1200" dirty="0"/>
            <a:t>ı</a:t>
          </a:r>
          <a:r>
            <a:rPr lang="en-US" sz="1700" kern="1200" dirty="0"/>
            <a:t>r.</a:t>
          </a:r>
        </a:p>
      </dsp:txBody>
      <dsp:txXfrm>
        <a:off x="1930741" y="2995017"/>
        <a:ext cx="4338296" cy="16716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473641-B8DF-4879-B1CB-F9D2DA5A506E}">
      <dsp:nvSpPr>
        <dsp:cNvPr id="0" name=""/>
        <dsp:cNvSpPr/>
      </dsp:nvSpPr>
      <dsp:spPr>
        <a:xfrm>
          <a:off x="0" y="1903"/>
          <a:ext cx="6513603" cy="8112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47016E-3D15-45DD-86C5-ED1BBA280DDA}">
      <dsp:nvSpPr>
        <dsp:cNvPr id="0" name=""/>
        <dsp:cNvSpPr/>
      </dsp:nvSpPr>
      <dsp:spPr>
        <a:xfrm>
          <a:off x="245405" y="184436"/>
          <a:ext cx="446191" cy="4461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2046E7-16C8-4E2A-B54C-AA64ABEC7171}">
      <dsp:nvSpPr>
        <dsp:cNvPr id="0" name=""/>
        <dsp:cNvSpPr/>
      </dsp:nvSpPr>
      <dsp:spPr>
        <a:xfrm>
          <a:off x="937002" y="1903"/>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tr-TR" sz="1900" kern="1200" dirty="0"/>
            <a:t>Prosesin Akışları</a:t>
          </a:r>
          <a:endParaRPr lang="en-US" sz="1900" kern="1200" dirty="0"/>
        </a:p>
      </dsp:txBody>
      <dsp:txXfrm>
        <a:off x="937002" y="1903"/>
        <a:ext cx="5576601" cy="811257"/>
      </dsp:txXfrm>
    </dsp:sp>
    <dsp:sp modelId="{9739F2FE-2DD5-4CBF-9AA0-E7657AAE766B}">
      <dsp:nvSpPr>
        <dsp:cNvPr id="0" name=""/>
        <dsp:cNvSpPr/>
      </dsp:nvSpPr>
      <dsp:spPr>
        <a:xfrm>
          <a:off x="0" y="1015975"/>
          <a:ext cx="6513603" cy="8112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4D5518-743D-4EAB-A8EF-DDF513CB1560}">
      <dsp:nvSpPr>
        <dsp:cNvPr id="0" name=""/>
        <dsp:cNvSpPr/>
      </dsp:nvSpPr>
      <dsp:spPr>
        <a:xfrm>
          <a:off x="245405" y="1198508"/>
          <a:ext cx="446191" cy="4461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F5B6D86-7D9C-49DE-B50B-7903BFB9E645}">
      <dsp:nvSpPr>
        <dsp:cNvPr id="0" name=""/>
        <dsp:cNvSpPr/>
      </dsp:nvSpPr>
      <dsp:spPr>
        <a:xfrm>
          <a:off x="937002" y="1015975"/>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tr-TR" sz="1900" kern="1200" dirty="0"/>
            <a:t>Prosesin Parçaları</a:t>
          </a:r>
          <a:endParaRPr lang="en-US" sz="1900" kern="1200" dirty="0"/>
        </a:p>
      </dsp:txBody>
      <dsp:txXfrm>
        <a:off x="937002" y="1015975"/>
        <a:ext cx="5576601" cy="811257"/>
      </dsp:txXfrm>
    </dsp:sp>
    <dsp:sp modelId="{508AF45C-46E3-476C-81DC-AA3C24907388}">
      <dsp:nvSpPr>
        <dsp:cNvPr id="0" name=""/>
        <dsp:cNvSpPr/>
      </dsp:nvSpPr>
      <dsp:spPr>
        <a:xfrm>
          <a:off x="0" y="2030048"/>
          <a:ext cx="6513603" cy="8112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EE385E-8BB2-432C-BEF4-93D6198A6ACA}">
      <dsp:nvSpPr>
        <dsp:cNvPr id="0" name=""/>
        <dsp:cNvSpPr/>
      </dsp:nvSpPr>
      <dsp:spPr>
        <a:xfrm>
          <a:off x="245405" y="2212581"/>
          <a:ext cx="446191" cy="44619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8EAE8BE-2B1D-46E8-AABE-D7C065B07239}">
      <dsp:nvSpPr>
        <dsp:cNvPr id="0" name=""/>
        <dsp:cNvSpPr/>
      </dsp:nvSpPr>
      <dsp:spPr>
        <a:xfrm>
          <a:off x="937002" y="2030048"/>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tr-TR" sz="1900" kern="1200" dirty="0"/>
            <a:t>Prosesin Kaynakları</a:t>
          </a:r>
          <a:endParaRPr lang="en-US" sz="1900" kern="1200" dirty="0"/>
        </a:p>
      </dsp:txBody>
      <dsp:txXfrm>
        <a:off x="937002" y="2030048"/>
        <a:ext cx="5576601" cy="811257"/>
      </dsp:txXfrm>
    </dsp:sp>
    <dsp:sp modelId="{0AE31502-77E4-42A1-BC17-AA8541170DE0}">
      <dsp:nvSpPr>
        <dsp:cNvPr id="0" name=""/>
        <dsp:cNvSpPr/>
      </dsp:nvSpPr>
      <dsp:spPr>
        <a:xfrm>
          <a:off x="0" y="3044120"/>
          <a:ext cx="6513603" cy="8112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9F6192-748F-4202-BB48-5847F9A02CF3}">
      <dsp:nvSpPr>
        <dsp:cNvPr id="0" name=""/>
        <dsp:cNvSpPr/>
      </dsp:nvSpPr>
      <dsp:spPr>
        <a:xfrm>
          <a:off x="245405" y="3226653"/>
          <a:ext cx="446191" cy="44619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A4BD89-B3C3-4B20-9AAA-C4FE7C173645}">
      <dsp:nvSpPr>
        <dsp:cNvPr id="0" name=""/>
        <dsp:cNvSpPr/>
      </dsp:nvSpPr>
      <dsp:spPr>
        <a:xfrm>
          <a:off x="937002" y="3044120"/>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tr-TR" sz="1900" kern="1200" dirty="0"/>
            <a:t>Prosesin Değerleri</a:t>
          </a:r>
          <a:endParaRPr lang="en-US" sz="1900" kern="1200" dirty="0"/>
        </a:p>
      </dsp:txBody>
      <dsp:txXfrm>
        <a:off x="937002" y="3044120"/>
        <a:ext cx="5576601" cy="811257"/>
      </dsp:txXfrm>
    </dsp:sp>
    <dsp:sp modelId="{CA4EFA92-2AF6-41F0-89B4-E333EC8ECB2C}">
      <dsp:nvSpPr>
        <dsp:cNvPr id="0" name=""/>
        <dsp:cNvSpPr/>
      </dsp:nvSpPr>
      <dsp:spPr>
        <a:xfrm>
          <a:off x="0" y="4058192"/>
          <a:ext cx="6513603" cy="8112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23C0CF-56B5-42F4-96A8-0BFBC8664C12}">
      <dsp:nvSpPr>
        <dsp:cNvPr id="0" name=""/>
        <dsp:cNvSpPr/>
      </dsp:nvSpPr>
      <dsp:spPr>
        <a:xfrm>
          <a:off x="245405" y="4240725"/>
          <a:ext cx="446191" cy="44619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2BB289-EE4F-4115-BC82-8C8B5FBDAF3C}">
      <dsp:nvSpPr>
        <dsp:cNvPr id="0" name=""/>
        <dsp:cNvSpPr/>
      </dsp:nvSpPr>
      <dsp:spPr>
        <a:xfrm>
          <a:off x="937002" y="4058192"/>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tr-TR" sz="1900" kern="1200" dirty="0"/>
            <a:t>Prosesin Hedefleri</a:t>
          </a:r>
          <a:endParaRPr lang="en-US" sz="1900" kern="1200" dirty="0"/>
        </a:p>
      </dsp:txBody>
      <dsp:txXfrm>
        <a:off x="937002" y="4058192"/>
        <a:ext cx="5576601" cy="811257"/>
      </dsp:txXfrm>
    </dsp:sp>
    <dsp:sp modelId="{302D1598-70C3-4FB5-9BAB-1716B99CD164}">
      <dsp:nvSpPr>
        <dsp:cNvPr id="0" name=""/>
        <dsp:cNvSpPr/>
      </dsp:nvSpPr>
      <dsp:spPr>
        <a:xfrm>
          <a:off x="0" y="5072264"/>
          <a:ext cx="6513603" cy="8112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9A2C67-A882-4736-8C37-80B2116CE71A}">
      <dsp:nvSpPr>
        <dsp:cNvPr id="0" name=""/>
        <dsp:cNvSpPr/>
      </dsp:nvSpPr>
      <dsp:spPr>
        <a:xfrm>
          <a:off x="245405" y="5254797"/>
          <a:ext cx="446191" cy="446191"/>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0B08A2-4F64-4565-9E30-FE6304E3515E}">
      <dsp:nvSpPr>
        <dsp:cNvPr id="0" name=""/>
        <dsp:cNvSpPr/>
      </dsp:nvSpPr>
      <dsp:spPr>
        <a:xfrm>
          <a:off x="937002" y="5072264"/>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tr-TR" sz="1900" kern="1200" dirty="0"/>
            <a:t>Prosesin Ürünleri</a:t>
          </a:r>
          <a:endParaRPr lang="en-US" sz="1900" kern="1200" dirty="0"/>
        </a:p>
      </dsp:txBody>
      <dsp:txXfrm>
        <a:off x="937002" y="5072264"/>
        <a:ext cx="5576601" cy="81125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019C8-ACE4-4235-8CD5-4A6E549DB6EF}">
      <dsp:nvSpPr>
        <dsp:cNvPr id="0" name=""/>
        <dsp:cNvSpPr/>
      </dsp:nvSpPr>
      <dsp:spPr>
        <a:xfrm>
          <a:off x="3036494" y="531413"/>
          <a:ext cx="406414" cy="91440"/>
        </a:xfrm>
        <a:custGeom>
          <a:avLst/>
          <a:gdLst/>
          <a:ahLst/>
          <a:cxnLst/>
          <a:rect l="0" t="0" r="0" b="0"/>
          <a:pathLst>
            <a:path>
              <a:moveTo>
                <a:pt x="0" y="45720"/>
              </a:moveTo>
              <a:lnTo>
                <a:pt x="406414"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28776" y="574945"/>
        <a:ext cx="21850" cy="4374"/>
      </dsp:txXfrm>
    </dsp:sp>
    <dsp:sp modelId="{729A71B4-D11B-4DA8-BF7E-F6E2D1202B22}">
      <dsp:nvSpPr>
        <dsp:cNvPr id="0" name=""/>
        <dsp:cNvSpPr/>
      </dsp:nvSpPr>
      <dsp:spPr>
        <a:xfrm>
          <a:off x="1138230" y="7113"/>
          <a:ext cx="1900064" cy="1140038"/>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105" tIns="97730" rIns="93105" bIns="97730" numCol="1" spcCol="1270" anchor="ctr" anchorCtr="0">
          <a:noAutofit/>
        </a:bodyPr>
        <a:lstStyle/>
        <a:p>
          <a:pPr marL="0" lvl="0" indent="0" algn="ctr" defTabSz="577850">
            <a:lnSpc>
              <a:spcPct val="90000"/>
            </a:lnSpc>
            <a:spcBef>
              <a:spcPct val="0"/>
            </a:spcBef>
            <a:spcAft>
              <a:spcPct val="35000"/>
            </a:spcAft>
            <a:buNone/>
          </a:pPr>
          <a:r>
            <a:rPr lang="tr-TR" sz="1300" b="1" kern="1200" dirty="0"/>
            <a:t>Başlatıcı:</a:t>
          </a:r>
          <a:r>
            <a:rPr lang="tr-TR" sz="1300" kern="1200" dirty="0"/>
            <a:t> SAAS ilgili bir icra takibi sonrası </a:t>
          </a:r>
          <a:endParaRPr lang="en-US" sz="1300" kern="1200" dirty="0"/>
        </a:p>
      </dsp:txBody>
      <dsp:txXfrm>
        <a:off x="1138230" y="7113"/>
        <a:ext cx="1900064" cy="1140038"/>
      </dsp:txXfrm>
    </dsp:sp>
    <dsp:sp modelId="{07D965A9-9DEE-49DE-94F0-70BE46D118C8}">
      <dsp:nvSpPr>
        <dsp:cNvPr id="0" name=""/>
        <dsp:cNvSpPr/>
      </dsp:nvSpPr>
      <dsp:spPr>
        <a:xfrm>
          <a:off x="2088262" y="1145352"/>
          <a:ext cx="2337078" cy="406414"/>
        </a:xfrm>
        <a:custGeom>
          <a:avLst/>
          <a:gdLst/>
          <a:ahLst/>
          <a:cxnLst/>
          <a:rect l="0" t="0" r="0" b="0"/>
          <a:pathLst>
            <a:path>
              <a:moveTo>
                <a:pt x="2337078" y="0"/>
              </a:moveTo>
              <a:lnTo>
                <a:pt x="2337078" y="220307"/>
              </a:lnTo>
              <a:lnTo>
                <a:pt x="0" y="220307"/>
              </a:lnTo>
              <a:lnTo>
                <a:pt x="0" y="406414"/>
              </a:lnTo>
            </a:path>
          </a:pathLst>
        </a:custGeom>
        <a:noFill/>
        <a:ln w="6350" cap="flat" cmpd="sng" algn="ctr">
          <a:solidFill>
            <a:schemeClr val="accent5">
              <a:hueOff val="-1351709"/>
              <a:satOff val="-3484"/>
              <a:lumOff val="-235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97362" y="1346372"/>
        <a:ext cx="118879" cy="4374"/>
      </dsp:txXfrm>
    </dsp:sp>
    <dsp:sp modelId="{32B53827-DE64-4BA5-B6CB-8D8ED9986AA5}">
      <dsp:nvSpPr>
        <dsp:cNvPr id="0" name=""/>
        <dsp:cNvSpPr/>
      </dsp:nvSpPr>
      <dsp:spPr>
        <a:xfrm>
          <a:off x="3475309" y="7113"/>
          <a:ext cx="1900064" cy="1140038"/>
        </a:xfrm>
        <a:prstGeom prst="rect">
          <a:avLst/>
        </a:prstGeom>
        <a:solidFill>
          <a:schemeClr val="accent5">
            <a:hueOff val="-1126424"/>
            <a:satOff val="-2903"/>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105" tIns="97730" rIns="93105" bIns="97730" numCol="1" spcCol="1270" anchor="ctr" anchorCtr="0">
          <a:noAutofit/>
        </a:bodyPr>
        <a:lstStyle/>
        <a:p>
          <a:pPr marL="0" lvl="0" indent="0" algn="ctr" defTabSz="577850">
            <a:lnSpc>
              <a:spcPct val="90000"/>
            </a:lnSpc>
            <a:spcBef>
              <a:spcPct val="0"/>
            </a:spcBef>
            <a:spcAft>
              <a:spcPct val="35000"/>
            </a:spcAft>
            <a:buNone/>
          </a:pPr>
          <a:r>
            <a:rPr lang="tr-TR" sz="1300" b="1" kern="1200" dirty="0"/>
            <a:t>Kaynakların sağlanması: </a:t>
          </a:r>
          <a:r>
            <a:rPr lang="tr-TR" sz="1300" kern="1200" dirty="0"/>
            <a:t>İlgili tarafların veya kaynakların belirlenmesi</a:t>
          </a:r>
          <a:endParaRPr lang="en-US" sz="1300" kern="1200" dirty="0"/>
        </a:p>
      </dsp:txBody>
      <dsp:txXfrm>
        <a:off x="3475309" y="7113"/>
        <a:ext cx="1900064" cy="1140038"/>
      </dsp:txXfrm>
    </dsp:sp>
    <dsp:sp modelId="{C5A68AC3-EB4C-49EB-B2B2-FF28D0EEC56F}">
      <dsp:nvSpPr>
        <dsp:cNvPr id="0" name=""/>
        <dsp:cNvSpPr/>
      </dsp:nvSpPr>
      <dsp:spPr>
        <a:xfrm>
          <a:off x="3036494" y="2108466"/>
          <a:ext cx="406414" cy="91440"/>
        </a:xfrm>
        <a:custGeom>
          <a:avLst/>
          <a:gdLst/>
          <a:ahLst/>
          <a:cxnLst/>
          <a:rect l="0" t="0" r="0" b="0"/>
          <a:pathLst>
            <a:path>
              <a:moveTo>
                <a:pt x="0" y="45720"/>
              </a:moveTo>
              <a:lnTo>
                <a:pt x="406414" y="45720"/>
              </a:lnTo>
            </a:path>
          </a:pathLst>
        </a:custGeom>
        <a:noFill/>
        <a:ln w="6350" cap="flat" cmpd="sng" algn="ctr">
          <a:solidFill>
            <a:schemeClr val="accent5">
              <a:hueOff val="-2703417"/>
              <a:satOff val="-6968"/>
              <a:lumOff val="-470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28776" y="2151999"/>
        <a:ext cx="21850" cy="4374"/>
      </dsp:txXfrm>
    </dsp:sp>
    <dsp:sp modelId="{F96C6701-2E67-4227-AD2E-8778569D0EDA}">
      <dsp:nvSpPr>
        <dsp:cNvPr id="0" name=""/>
        <dsp:cNvSpPr/>
      </dsp:nvSpPr>
      <dsp:spPr>
        <a:xfrm>
          <a:off x="1138230" y="1584167"/>
          <a:ext cx="1900064" cy="1140038"/>
        </a:xfrm>
        <a:prstGeom prst="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105" tIns="97730" rIns="93105" bIns="97730" numCol="1" spcCol="1270" anchor="ctr" anchorCtr="0">
          <a:noAutofit/>
        </a:bodyPr>
        <a:lstStyle/>
        <a:p>
          <a:pPr marL="0" lvl="0" indent="0" algn="ctr" defTabSz="577850">
            <a:lnSpc>
              <a:spcPct val="90000"/>
            </a:lnSpc>
            <a:spcBef>
              <a:spcPct val="0"/>
            </a:spcBef>
            <a:spcAft>
              <a:spcPct val="35000"/>
            </a:spcAft>
            <a:buNone/>
          </a:pPr>
          <a:r>
            <a:rPr lang="tr-TR" sz="1300" b="1" kern="1200" dirty="0"/>
            <a:t>Eylemin başlatılması: </a:t>
          </a:r>
          <a:r>
            <a:rPr lang="tr-TR" sz="1300" kern="1200" dirty="0"/>
            <a:t>Taraflar veya kaynaklarla ilgili gereken eylemin tespiti</a:t>
          </a:r>
          <a:endParaRPr lang="en-US" sz="1300" kern="1200" dirty="0"/>
        </a:p>
      </dsp:txBody>
      <dsp:txXfrm>
        <a:off x="1138230" y="1584167"/>
        <a:ext cx="1900064" cy="1140038"/>
      </dsp:txXfrm>
    </dsp:sp>
    <dsp:sp modelId="{B8A31259-EF60-4DCD-8030-541C50E444CD}">
      <dsp:nvSpPr>
        <dsp:cNvPr id="0" name=""/>
        <dsp:cNvSpPr/>
      </dsp:nvSpPr>
      <dsp:spPr>
        <a:xfrm>
          <a:off x="2088262" y="2722405"/>
          <a:ext cx="2337078" cy="406414"/>
        </a:xfrm>
        <a:custGeom>
          <a:avLst/>
          <a:gdLst/>
          <a:ahLst/>
          <a:cxnLst/>
          <a:rect l="0" t="0" r="0" b="0"/>
          <a:pathLst>
            <a:path>
              <a:moveTo>
                <a:pt x="2337078" y="0"/>
              </a:moveTo>
              <a:lnTo>
                <a:pt x="2337078" y="220307"/>
              </a:lnTo>
              <a:lnTo>
                <a:pt x="0" y="220307"/>
              </a:lnTo>
              <a:lnTo>
                <a:pt x="0" y="406414"/>
              </a:lnTo>
            </a:path>
          </a:pathLst>
        </a:custGeom>
        <a:noFill/>
        <a:ln w="6350" cap="flat" cmpd="sng" algn="ctr">
          <a:solidFill>
            <a:schemeClr val="accent5">
              <a:hueOff val="-4055126"/>
              <a:satOff val="-10451"/>
              <a:lumOff val="-705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97362" y="2923425"/>
        <a:ext cx="118879" cy="4374"/>
      </dsp:txXfrm>
    </dsp:sp>
    <dsp:sp modelId="{3E96A047-BFCF-4CA7-AD1D-7695CE485EE9}">
      <dsp:nvSpPr>
        <dsp:cNvPr id="0" name=""/>
        <dsp:cNvSpPr/>
      </dsp:nvSpPr>
      <dsp:spPr>
        <a:xfrm>
          <a:off x="3475309" y="1584167"/>
          <a:ext cx="1900064" cy="1140038"/>
        </a:xfrm>
        <a:prstGeom prst="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105" tIns="97730" rIns="93105" bIns="97730" numCol="1" spcCol="1270" anchor="ctr" anchorCtr="0">
          <a:noAutofit/>
        </a:bodyPr>
        <a:lstStyle/>
        <a:p>
          <a:pPr marL="0" lvl="0" indent="0" algn="ctr" defTabSz="577850">
            <a:lnSpc>
              <a:spcPct val="90000"/>
            </a:lnSpc>
            <a:spcBef>
              <a:spcPct val="0"/>
            </a:spcBef>
            <a:spcAft>
              <a:spcPct val="35000"/>
            </a:spcAft>
            <a:buNone/>
          </a:pPr>
          <a:r>
            <a:rPr lang="tr-TR" sz="1300" b="1" kern="1200" dirty="0"/>
            <a:t>Dönüşümün ortaya çıkması: </a:t>
          </a:r>
          <a:r>
            <a:rPr lang="tr-TR" sz="1300" kern="1200" dirty="0"/>
            <a:t> Tespit edilen eylemin gerçekleştirilmesi ve </a:t>
          </a:r>
          <a:endParaRPr lang="en-US" sz="1300" kern="1200" dirty="0"/>
        </a:p>
      </dsp:txBody>
      <dsp:txXfrm>
        <a:off x="3475309" y="1584167"/>
        <a:ext cx="1900064" cy="1140038"/>
      </dsp:txXfrm>
    </dsp:sp>
    <dsp:sp modelId="{A297401A-B5C8-451C-A319-04999B4BBC10}">
      <dsp:nvSpPr>
        <dsp:cNvPr id="0" name=""/>
        <dsp:cNvSpPr/>
      </dsp:nvSpPr>
      <dsp:spPr>
        <a:xfrm>
          <a:off x="3036494" y="3685519"/>
          <a:ext cx="406414" cy="91440"/>
        </a:xfrm>
        <a:custGeom>
          <a:avLst/>
          <a:gdLst/>
          <a:ahLst/>
          <a:cxnLst/>
          <a:rect l="0" t="0" r="0" b="0"/>
          <a:pathLst>
            <a:path>
              <a:moveTo>
                <a:pt x="0" y="45720"/>
              </a:moveTo>
              <a:lnTo>
                <a:pt x="406414" y="45720"/>
              </a:lnTo>
            </a:path>
          </a:pathLst>
        </a:custGeom>
        <a:noFill/>
        <a:ln w="6350" cap="flat" cmpd="sng" algn="ctr">
          <a:solidFill>
            <a:schemeClr val="accent5">
              <a:hueOff val="-5406834"/>
              <a:satOff val="-13935"/>
              <a:lumOff val="-941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28776" y="3729052"/>
        <a:ext cx="21850" cy="4374"/>
      </dsp:txXfrm>
    </dsp:sp>
    <dsp:sp modelId="{EBF92148-4F8D-402C-9AC8-BDD8078837E4}">
      <dsp:nvSpPr>
        <dsp:cNvPr id="0" name=""/>
        <dsp:cNvSpPr/>
      </dsp:nvSpPr>
      <dsp:spPr>
        <a:xfrm>
          <a:off x="1138230" y="3161220"/>
          <a:ext cx="1900064" cy="1140038"/>
        </a:xfrm>
        <a:prstGeom prst="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105" tIns="97730" rIns="93105" bIns="97730" numCol="1" spcCol="1270" anchor="ctr" anchorCtr="0">
          <a:noAutofit/>
        </a:bodyPr>
        <a:lstStyle/>
        <a:p>
          <a:pPr marL="0" lvl="0" indent="0" algn="ctr" defTabSz="466725">
            <a:lnSpc>
              <a:spcPct val="90000"/>
            </a:lnSpc>
            <a:spcBef>
              <a:spcPct val="0"/>
            </a:spcBef>
            <a:spcAft>
              <a:spcPct val="35000"/>
            </a:spcAft>
            <a:buNone/>
          </a:pPr>
          <a:r>
            <a:rPr lang="tr-TR" sz="1050" b="1" kern="1200" dirty="0"/>
            <a:t>Ürünün gelişmesi: </a:t>
          </a:r>
          <a:r>
            <a:rPr lang="tr-TR" sz="1050" kern="1200" dirty="0"/>
            <a:t>  sonucun kayıtlara alınarak infazın gerçekleştirilmesi ve duyurulması ve işleri biten davalarla ilgili karar, belge ve evrakı düzenli bir şekilde muhafaza etmek, arşivlemek ve yasal süresi boyunca saklamak.</a:t>
          </a:r>
          <a:endParaRPr lang="en-US" sz="1050" kern="1200" dirty="0"/>
        </a:p>
      </dsp:txBody>
      <dsp:txXfrm>
        <a:off x="1138230" y="3161220"/>
        <a:ext cx="1900064" cy="1140038"/>
      </dsp:txXfrm>
    </dsp:sp>
    <dsp:sp modelId="{11DC7FFC-45B5-46E2-8853-552FDCCD59D8}">
      <dsp:nvSpPr>
        <dsp:cNvPr id="0" name=""/>
        <dsp:cNvSpPr/>
      </dsp:nvSpPr>
      <dsp:spPr>
        <a:xfrm>
          <a:off x="2088262" y="4299458"/>
          <a:ext cx="2337078" cy="406414"/>
        </a:xfrm>
        <a:custGeom>
          <a:avLst/>
          <a:gdLst/>
          <a:ahLst/>
          <a:cxnLst/>
          <a:rect l="0" t="0" r="0" b="0"/>
          <a:pathLst>
            <a:path>
              <a:moveTo>
                <a:pt x="2337078" y="0"/>
              </a:moveTo>
              <a:lnTo>
                <a:pt x="2337078" y="220307"/>
              </a:lnTo>
              <a:lnTo>
                <a:pt x="0" y="220307"/>
              </a:lnTo>
              <a:lnTo>
                <a:pt x="0" y="406414"/>
              </a:lnTo>
            </a:path>
          </a:pathLst>
        </a:custGeom>
        <a:noFill/>
        <a:ln w="6350" cap="flat" cmpd="sng" algn="ctr">
          <a:solidFill>
            <a:schemeClr val="accent5">
              <a:hueOff val="-6758543"/>
              <a:satOff val="-17419"/>
              <a:lumOff val="-1176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97362" y="4500479"/>
        <a:ext cx="118879" cy="4374"/>
      </dsp:txXfrm>
    </dsp:sp>
    <dsp:sp modelId="{16D180E9-21E9-47FD-8B32-80AD1F3D3D89}">
      <dsp:nvSpPr>
        <dsp:cNvPr id="0" name=""/>
        <dsp:cNvSpPr/>
      </dsp:nvSpPr>
      <dsp:spPr>
        <a:xfrm>
          <a:off x="3475309" y="3161220"/>
          <a:ext cx="1900064" cy="1140038"/>
        </a:xfrm>
        <a:prstGeom prst="rect">
          <a:avLst/>
        </a:prstGeom>
        <a:solidFill>
          <a:schemeClr val="accent5">
            <a:hueOff val="-5632119"/>
            <a:satOff val="-14516"/>
            <a:lumOff val="-9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105" tIns="97730" rIns="93105" bIns="97730" numCol="1" spcCol="1270" anchor="ctr" anchorCtr="0">
          <a:noAutofit/>
        </a:bodyPr>
        <a:lstStyle/>
        <a:p>
          <a:pPr marL="0" lvl="0" indent="0" algn="ctr" defTabSz="577850">
            <a:lnSpc>
              <a:spcPct val="90000"/>
            </a:lnSpc>
            <a:spcBef>
              <a:spcPct val="0"/>
            </a:spcBef>
            <a:spcAft>
              <a:spcPct val="35000"/>
            </a:spcAft>
            <a:buNone/>
          </a:pPr>
          <a:r>
            <a:rPr lang="tr-TR" sz="1300" b="1" kern="1200" dirty="0"/>
            <a:t>Prosesin döngüye girmesi: </a:t>
          </a:r>
          <a:r>
            <a:rPr lang="tr-TR" sz="1300" kern="1200" dirty="0"/>
            <a:t> sonrasında bildirimlerin yapılması ve </a:t>
          </a:r>
          <a:endParaRPr lang="en-US" sz="1300" kern="1200" dirty="0"/>
        </a:p>
      </dsp:txBody>
      <dsp:txXfrm>
        <a:off x="3475309" y="3161220"/>
        <a:ext cx="1900064" cy="1140038"/>
      </dsp:txXfrm>
    </dsp:sp>
    <dsp:sp modelId="{3B79A1FA-2892-428B-8504-4AA6EE09B6AB}">
      <dsp:nvSpPr>
        <dsp:cNvPr id="0" name=""/>
        <dsp:cNvSpPr/>
      </dsp:nvSpPr>
      <dsp:spPr>
        <a:xfrm>
          <a:off x="1138230" y="4738273"/>
          <a:ext cx="1900064" cy="1140038"/>
        </a:xfrm>
        <a:prstGeom prst="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105" tIns="97730" rIns="93105" bIns="97730" numCol="1" spcCol="1270" anchor="ctr" anchorCtr="0">
          <a:noAutofit/>
        </a:bodyPr>
        <a:lstStyle/>
        <a:p>
          <a:pPr marL="0" lvl="0" indent="0" algn="ctr" defTabSz="577850">
            <a:lnSpc>
              <a:spcPct val="90000"/>
            </a:lnSpc>
            <a:spcBef>
              <a:spcPct val="0"/>
            </a:spcBef>
            <a:spcAft>
              <a:spcPct val="35000"/>
            </a:spcAft>
            <a:buNone/>
          </a:pPr>
          <a:r>
            <a:rPr lang="tr-TR" sz="1300" b="1" kern="1200" dirty="0"/>
            <a:t>Sistemin geliştirilmesi: </a:t>
          </a:r>
          <a:r>
            <a:rPr lang="tr-TR" sz="1300" kern="1200" dirty="0"/>
            <a:t> benzer icraların tekrar olmaması için eylem planı hazırlanması</a:t>
          </a:r>
          <a:endParaRPr lang="en-US" sz="1300" kern="1200" dirty="0"/>
        </a:p>
      </dsp:txBody>
      <dsp:txXfrm>
        <a:off x="1138230" y="4738273"/>
        <a:ext cx="1900064" cy="114003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D0D139-38BD-4F63-ABAD-F4C777E834CD}">
      <dsp:nvSpPr>
        <dsp:cNvPr id="0" name=""/>
        <dsp:cNvSpPr/>
      </dsp:nvSpPr>
      <dsp:spPr>
        <a:xfrm>
          <a:off x="2952" y="639729"/>
          <a:ext cx="1118052" cy="7651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kern="1200" dirty="0"/>
            <a:t>Prosesin Akışları</a:t>
          </a:r>
        </a:p>
      </dsp:txBody>
      <dsp:txXfrm>
        <a:off x="25363" y="662140"/>
        <a:ext cx="1073230" cy="720345"/>
      </dsp:txXfrm>
    </dsp:sp>
    <dsp:sp modelId="{5719454C-10F5-461B-844C-BC1BDC398E9E}">
      <dsp:nvSpPr>
        <dsp:cNvPr id="0" name=""/>
        <dsp:cNvSpPr/>
      </dsp:nvSpPr>
      <dsp:spPr>
        <a:xfrm>
          <a:off x="1232810" y="883674"/>
          <a:ext cx="237027" cy="27727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tr-TR" sz="1100" kern="1200"/>
        </a:p>
      </dsp:txBody>
      <dsp:txXfrm>
        <a:off x="1232810" y="939129"/>
        <a:ext cx="165919" cy="166367"/>
      </dsp:txXfrm>
    </dsp:sp>
    <dsp:sp modelId="{B6291414-D00D-4B9E-AAC1-33489766C952}">
      <dsp:nvSpPr>
        <dsp:cNvPr id="0" name=""/>
        <dsp:cNvSpPr/>
      </dsp:nvSpPr>
      <dsp:spPr>
        <a:xfrm>
          <a:off x="1568226" y="639729"/>
          <a:ext cx="1118052" cy="7651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kern="1200" dirty="0"/>
            <a:t>Başlatıcı</a:t>
          </a:r>
        </a:p>
      </dsp:txBody>
      <dsp:txXfrm>
        <a:off x="1590637" y="662140"/>
        <a:ext cx="1073230" cy="720345"/>
      </dsp:txXfrm>
    </dsp:sp>
    <dsp:sp modelId="{990E86D0-45CB-491F-97DC-D87E37AC2813}">
      <dsp:nvSpPr>
        <dsp:cNvPr id="0" name=""/>
        <dsp:cNvSpPr/>
      </dsp:nvSpPr>
      <dsp:spPr>
        <a:xfrm>
          <a:off x="2798084" y="883674"/>
          <a:ext cx="237027" cy="27727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tr-TR" sz="1100" kern="1200"/>
        </a:p>
      </dsp:txBody>
      <dsp:txXfrm>
        <a:off x="2798084" y="939129"/>
        <a:ext cx="165919" cy="166367"/>
      </dsp:txXfrm>
    </dsp:sp>
    <dsp:sp modelId="{6A2010A7-AAA1-4E9E-B7F3-70F0262E0D6E}">
      <dsp:nvSpPr>
        <dsp:cNvPr id="0" name=""/>
        <dsp:cNvSpPr/>
      </dsp:nvSpPr>
      <dsp:spPr>
        <a:xfrm>
          <a:off x="3133499" y="639729"/>
          <a:ext cx="1118052" cy="7651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kern="1200" dirty="0"/>
            <a:t>Kaynakların sağlanması</a:t>
          </a:r>
        </a:p>
      </dsp:txBody>
      <dsp:txXfrm>
        <a:off x="3155910" y="662140"/>
        <a:ext cx="1073230" cy="720345"/>
      </dsp:txXfrm>
    </dsp:sp>
    <dsp:sp modelId="{BA320EFB-12A6-464B-B9DB-5AE00A08A1E2}">
      <dsp:nvSpPr>
        <dsp:cNvPr id="0" name=""/>
        <dsp:cNvSpPr/>
      </dsp:nvSpPr>
      <dsp:spPr>
        <a:xfrm>
          <a:off x="4363357" y="883674"/>
          <a:ext cx="237027" cy="27727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tr-TR" sz="1100" kern="1200"/>
        </a:p>
      </dsp:txBody>
      <dsp:txXfrm>
        <a:off x="4363357" y="939129"/>
        <a:ext cx="165919" cy="166367"/>
      </dsp:txXfrm>
    </dsp:sp>
    <dsp:sp modelId="{6CF1BBF1-DC13-4A30-9570-C6F3736BE1C6}">
      <dsp:nvSpPr>
        <dsp:cNvPr id="0" name=""/>
        <dsp:cNvSpPr/>
      </dsp:nvSpPr>
      <dsp:spPr>
        <a:xfrm>
          <a:off x="4698773" y="639729"/>
          <a:ext cx="1118052" cy="7651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kern="1200" dirty="0"/>
            <a:t>Eylemin Başlatılması</a:t>
          </a:r>
        </a:p>
      </dsp:txBody>
      <dsp:txXfrm>
        <a:off x="4721184" y="662140"/>
        <a:ext cx="1073230" cy="720345"/>
      </dsp:txXfrm>
    </dsp:sp>
    <dsp:sp modelId="{5AED3225-9540-44EA-AA59-F06DE25CFEE6}">
      <dsp:nvSpPr>
        <dsp:cNvPr id="0" name=""/>
        <dsp:cNvSpPr/>
      </dsp:nvSpPr>
      <dsp:spPr>
        <a:xfrm>
          <a:off x="5928631" y="883674"/>
          <a:ext cx="237027" cy="27727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tr-TR" sz="1100" kern="1200"/>
        </a:p>
      </dsp:txBody>
      <dsp:txXfrm>
        <a:off x="5928631" y="939129"/>
        <a:ext cx="165919" cy="166367"/>
      </dsp:txXfrm>
    </dsp:sp>
    <dsp:sp modelId="{BF8DB47C-953C-45F1-B593-9891EF75B831}">
      <dsp:nvSpPr>
        <dsp:cNvPr id="0" name=""/>
        <dsp:cNvSpPr/>
      </dsp:nvSpPr>
      <dsp:spPr>
        <a:xfrm>
          <a:off x="6264047" y="639729"/>
          <a:ext cx="1118052" cy="7651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kern="1200" dirty="0"/>
            <a:t>Dönüşümün ortaya çıkması</a:t>
          </a:r>
        </a:p>
      </dsp:txBody>
      <dsp:txXfrm>
        <a:off x="6286458" y="662140"/>
        <a:ext cx="1073230" cy="720345"/>
      </dsp:txXfrm>
    </dsp:sp>
    <dsp:sp modelId="{F8D93F3E-3ECC-4B2C-9161-CF13B7175EEC}">
      <dsp:nvSpPr>
        <dsp:cNvPr id="0" name=""/>
        <dsp:cNvSpPr/>
      </dsp:nvSpPr>
      <dsp:spPr>
        <a:xfrm>
          <a:off x="7493905" y="883674"/>
          <a:ext cx="237027" cy="27727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tr-TR" sz="1100" kern="1200"/>
        </a:p>
      </dsp:txBody>
      <dsp:txXfrm>
        <a:off x="7493905" y="939129"/>
        <a:ext cx="165919" cy="166367"/>
      </dsp:txXfrm>
    </dsp:sp>
    <dsp:sp modelId="{583445E4-0EAB-4039-9073-FC35196C502C}">
      <dsp:nvSpPr>
        <dsp:cNvPr id="0" name=""/>
        <dsp:cNvSpPr/>
      </dsp:nvSpPr>
      <dsp:spPr>
        <a:xfrm>
          <a:off x="7829321" y="639729"/>
          <a:ext cx="1118052" cy="7651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kern="1200" dirty="0"/>
            <a:t>Ürünün gelişmesi</a:t>
          </a:r>
        </a:p>
      </dsp:txBody>
      <dsp:txXfrm>
        <a:off x="7851732" y="662140"/>
        <a:ext cx="1073230" cy="720345"/>
      </dsp:txXfrm>
    </dsp:sp>
    <dsp:sp modelId="{6EB640EF-2C67-4938-85BE-904DD619837C}">
      <dsp:nvSpPr>
        <dsp:cNvPr id="0" name=""/>
        <dsp:cNvSpPr/>
      </dsp:nvSpPr>
      <dsp:spPr>
        <a:xfrm>
          <a:off x="9059179" y="883674"/>
          <a:ext cx="237027" cy="27727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tr-TR" sz="1100" kern="1200"/>
        </a:p>
      </dsp:txBody>
      <dsp:txXfrm>
        <a:off x="9059179" y="939129"/>
        <a:ext cx="165919" cy="166367"/>
      </dsp:txXfrm>
    </dsp:sp>
    <dsp:sp modelId="{9F9A82A8-858F-4C4A-AE19-D78BFCFB0968}">
      <dsp:nvSpPr>
        <dsp:cNvPr id="0" name=""/>
        <dsp:cNvSpPr/>
      </dsp:nvSpPr>
      <dsp:spPr>
        <a:xfrm>
          <a:off x="9394594" y="639729"/>
          <a:ext cx="1118052" cy="7651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kern="1200" dirty="0"/>
            <a:t>Prosesin döngüye girmesi</a:t>
          </a:r>
        </a:p>
      </dsp:txBody>
      <dsp:txXfrm>
        <a:off x="9417005" y="662140"/>
        <a:ext cx="1073230" cy="72034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8589FB-64C4-4F71-983E-73CF2B7C81D0}">
      <dsp:nvSpPr>
        <dsp:cNvPr id="0" name=""/>
        <dsp:cNvSpPr/>
      </dsp:nvSpPr>
      <dsp:spPr>
        <a:xfrm>
          <a:off x="386486" y="169"/>
          <a:ext cx="2652327" cy="1060930"/>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0" bIns="22860" numCol="1" spcCol="1270" anchor="ctr" anchorCtr="0">
          <a:noAutofit/>
        </a:bodyPr>
        <a:lstStyle/>
        <a:p>
          <a:pPr marL="0" lvl="0" indent="0" algn="ctr" defTabSz="1600200">
            <a:lnSpc>
              <a:spcPct val="90000"/>
            </a:lnSpc>
            <a:spcBef>
              <a:spcPct val="0"/>
            </a:spcBef>
            <a:spcAft>
              <a:spcPct val="35000"/>
            </a:spcAft>
            <a:buNone/>
          </a:pPr>
          <a:r>
            <a:rPr lang="tr-TR" sz="3600" kern="1200" dirty="0"/>
            <a:t>Başlatıcı</a:t>
          </a:r>
        </a:p>
      </dsp:txBody>
      <dsp:txXfrm>
        <a:off x="916951" y="169"/>
        <a:ext cx="1591397" cy="1060930"/>
      </dsp:txXfrm>
    </dsp:sp>
    <dsp:sp modelId="{8064F0C6-399D-4145-BD24-140D4FD75C1E}">
      <dsp:nvSpPr>
        <dsp:cNvPr id="0" name=""/>
        <dsp:cNvSpPr/>
      </dsp:nvSpPr>
      <dsp:spPr>
        <a:xfrm>
          <a:off x="2694010" y="90348"/>
          <a:ext cx="2201431" cy="880572"/>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Başlatıcı 1</a:t>
          </a:r>
        </a:p>
      </dsp:txBody>
      <dsp:txXfrm>
        <a:off x="3134296" y="90348"/>
        <a:ext cx="1320859" cy="880572"/>
      </dsp:txXfrm>
    </dsp:sp>
    <dsp:sp modelId="{25AC60E8-3F8D-4E89-A66A-72D8DE1B4137}">
      <dsp:nvSpPr>
        <dsp:cNvPr id="0" name=""/>
        <dsp:cNvSpPr/>
      </dsp:nvSpPr>
      <dsp:spPr>
        <a:xfrm>
          <a:off x="4587242" y="90348"/>
          <a:ext cx="2201431" cy="880572"/>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Başlatıcı 2</a:t>
          </a:r>
        </a:p>
      </dsp:txBody>
      <dsp:txXfrm>
        <a:off x="5027528" y="90348"/>
        <a:ext cx="1320859" cy="880572"/>
      </dsp:txXfrm>
    </dsp:sp>
    <dsp:sp modelId="{DBEDE975-83FE-43FF-8107-F3C80777844D}">
      <dsp:nvSpPr>
        <dsp:cNvPr id="0" name=""/>
        <dsp:cNvSpPr/>
      </dsp:nvSpPr>
      <dsp:spPr>
        <a:xfrm>
          <a:off x="386486" y="1209631"/>
          <a:ext cx="2652327" cy="1060930"/>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0" bIns="22860" numCol="1" spcCol="1270" anchor="ctr" anchorCtr="0">
          <a:noAutofit/>
        </a:bodyPr>
        <a:lstStyle/>
        <a:p>
          <a:pPr marL="0" lvl="0" indent="0" algn="ctr" defTabSz="1600200">
            <a:lnSpc>
              <a:spcPct val="90000"/>
            </a:lnSpc>
            <a:spcBef>
              <a:spcPct val="0"/>
            </a:spcBef>
            <a:spcAft>
              <a:spcPct val="35000"/>
            </a:spcAft>
            <a:buNone/>
          </a:pPr>
          <a:r>
            <a:rPr lang="tr-TR" sz="3600" kern="1200" dirty="0"/>
            <a:t>Kaynak</a:t>
          </a:r>
        </a:p>
      </dsp:txBody>
      <dsp:txXfrm>
        <a:off x="916951" y="1209631"/>
        <a:ext cx="1591397" cy="1060930"/>
      </dsp:txXfrm>
    </dsp:sp>
    <dsp:sp modelId="{622420F8-EBBC-4093-B0D3-0A39275FC5F1}">
      <dsp:nvSpPr>
        <dsp:cNvPr id="0" name=""/>
        <dsp:cNvSpPr/>
      </dsp:nvSpPr>
      <dsp:spPr>
        <a:xfrm>
          <a:off x="2694010" y="1299810"/>
          <a:ext cx="2201431" cy="880572"/>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İnsan</a:t>
          </a:r>
        </a:p>
      </dsp:txBody>
      <dsp:txXfrm>
        <a:off x="3134296" y="1299810"/>
        <a:ext cx="1320859" cy="880572"/>
      </dsp:txXfrm>
    </dsp:sp>
    <dsp:sp modelId="{69AF9BBE-D9C0-45DF-B6EF-9F4E81278C34}">
      <dsp:nvSpPr>
        <dsp:cNvPr id="0" name=""/>
        <dsp:cNvSpPr/>
      </dsp:nvSpPr>
      <dsp:spPr>
        <a:xfrm>
          <a:off x="4587242" y="1299810"/>
          <a:ext cx="2201431" cy="880572"/>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Taşınır</a:t>
          </a:r>
        </a:p>
      </dsp:txBody>
      <dsp:txXfrm>
        <a:off x="5027528" y="1299810"/>
        <a:ext cx="1320859" cy="880572"/>
      </dsp:txXfrm>
    </dsp:sp>
    <dsp:sp modelId="{5157CCA5-E58A-46E5-B8AF-9422EA81732F}">
      <dsp:nvSpPr>
        <dsp:cNvPr id="0" name=""/>
        <dsp:cNvSpPr/>
      </dsp:nvSpPr>
      <dsp:spPr>
        <a:xfrm>
          <a:off x="6480473" y="1299810"/>
          <a:ext cx="2201431" cy="880572"/>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Taşınmaz</a:t>
          </a:r>
        </a:p>
      </dsp:txBody>
      <dsp:txXfrm>
        <a:off x="6920759" y="1299810"/>
        <a:ext cx="1320859" cy="880572"/>
      </dsp:txXfrm>
    </dsp:sp>
    <dsp:sp modelId="{2C3B96CA-392D-4862-96DE-723BFD9F41A7}">
      <dsp:nvSpPr>
        <dsp:cNvPr id="0" name=""/>
        <dsp:cNvSpPr/>
      </dsp:nvSpPr>
      <dsp:spPr>
        <a:xfrm>
          <a:off x="386486" y="2419092"/>
          <a:ext cx="2652327" cy="1060930"/>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0" bIns="22860" numCol="1" spcCol="1270" anchor="ctr" anchorCtr="0">
          <a:noAutofit/>
        </a:bodyPr>
        <a:lstStyle/>
        <a:p>
          <a:pPr marL="0" lvl="0" indent="0" algn="ctr" defTabSz="1600200">
            <a:lnSpc>
              <a:spcPct val="90000"/>
            </a:lnSpc>
            <a:spcBef>
              <a:spcPct val="0"/>
            </a:spcBef>
            <a:spcAft>
              <a:spcPct val="35000"/>
            </a:spcAft>
            <a:buNone/>
          </a:pPr>
          <a:r>
            <a:rPr lang="tr-TR" sz="3600" kern="1200" dirty="0"/>
            <a:t>Ürün</a:t>
          </a:r>
        </a:p>
      </dsp:txBody>
      <dsp:txXfrm>
        <a:off x="916951" y="2419092"/>
        <a:ext cx="1591397" cy="1060930"/>
      </dsp:txXfrm>
    </dsp:sp>
    <dsp:sp modelId="{A3659338-9AD7-4D9A-885E-987129CFBEBC}">
      <dsp:nvSpPr>
        <dsp:cNvPr id="0" name=""/>
        <dsp:cNvSpPr/>
      </dsp:nvSpPr>
      <dsp:spPr>
        <a:xfrm>
          <a:off x="2694010" y="2509271"/>
          <a:ext cx="2201431" cy="880572"/>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Üretim</a:t>
          </a:r>
        </a:p>
      </dsp:txBody>
      <dsp:txXfrm>
        <a:off x="3134296" y="2509271"/>
        <a:ext cx="1320859" cy="880572"/>
      </dsp:txXfrm>
    </dsp:sp>
    <dsp:sp modelId="{36BF8F44-8721-4CDF-B6B5-96D51AA767AA}">
      <dsp:nvSpPr>
        <dsp:cNvPr id="0" name=""/>
        <dsp:cNvSpPr/>
      </dsp:nvSpPr>
      <dsp:spPr>
        <a:xfrm>
          <a:off x="4587242" y="2509271"/>
          <a:ext cx="2201431" cy="880572"/>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Pazarlama</a:t>
          </a:r>
        </a:p>
      </dsp:txBody>
      <dsp:txXfrm>
        <a:off x="5027528" y="2509271"/>
        <a:ext cx="1320859" cy="880572"/>
      </dsp:txXfrm>
    </dsp:sp>
    <dsp:sp modelId="{AFD3FBB9-21C3-4D9D-875D-00268E90BD29}">
      <dsp:nvSpPr>
        <dsp:cNvPr id="0" name=""/>
        <dsp:cNvSpPr/>
      </dsp:nvSpPr>
      <dsp:spPr>
        <a:xfrm>
          <a:off x="6480473" y="2509271"/>
          <a:ext cx="2201431" cy="880572"/>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Satış</a:t>
          </a:r>
        </a:p>
      </dsp:txBody>
      <dsp:txXfrm>
        <a:off x="6920759" y="2509271"/>
        <a:ext cx="1320859" cy="88057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65E0B-3F4D-4C52-9844-EDDF9DD05D5E}">
      <dsp:nvSpPr>
        <dsp:cNvPr id="0" name=""/>
        <dsp:cNvSpPr/>
      </dsp:nvSpPr>
      <dsp:spPr>
        <a:xfrm>
          <a:off x="0" y="531"/>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C4DFA2-3990-4970-ACD0-CD85CD022F5A}">
      <dsp:nvSpPr>
        <dsp:cNvPr id="0" name=""/>
        <dsp:cNvSpPr/>
      </dsp:nvSpPr>
      <dsp:spPr>
        <a:xfrm>
          <a:off x="0" y="531"/>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tr-TR" sz="2800" b="1" kern="1200" dirty="0"/>
            <a:t>Başlatıcı:</a:t>
          </a:r>
          <a:endParaRPr lang="en-US" sz="2800" kern="1200" dirty="0"/>
        </a:p>
      </dsp:txBody>
      <dsp:txXfrm>
        <a:off x="0" y="531"/>
        <a:ext cx="10515600" cy="621467"/>
      </dsp:txXfrm>
    </dsp:sp>
    <dsp:sp modelId="{CF621D84-C8A9-4918-B78E-4FF4935CACB1}">
      <dsp:nvSpPr>
        <dsp:cNvPr id="0" name=""/>
        <dsp:cNvSpPr/>
      </dsp:nvSpPr>
      <dsp:spPr>
        <a:xfrm>
          <a:off x="0" y="621999"/>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848562-1DC6-4014-BFCC-77E48702738E}">
      <dsp:nvSpPr>
        <dsp:cNvPr id="0" name=""/>
        <dsp:cNvSpPr/>
      </dsp:nvSpPr>
      <dsp:spPr>
        <a:xfrm>
          <a:off x="0" y="621999"/>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tr-TR" sz="2800" b="1" kern="1200" dirty="0"/>
            <a:t>Kaynakların sağlanması:</a:t>
          </a:r>
          <a:endParaRPr lang="en-US" sz="2800" kern="1200" dirty="0"/>
        </a:p>
      </dsp:txBody>
      <dsp:txXfrm>
        <a:off x="0" y="621999"/>
        <a:ext cx="10515600" cy="621467"/>
      </dsp:txXfrm>
    </dsp:sp>
    <dsp:sp modelId="{C2F07A95-0757-4D87-990E-AF6D8387D1A1}">
      <dsp:nvSpPr>
        <dsp:cNvPr id="0" name=""/>
        <dsp:cNvSpPr/>
      </dsp:nvSpPr>
      <dsp:spPr>
        <a:xfrm>
          <a:off x="0" y="1243467"/>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59DAA7-1F09-4A44-8A30-55B7EFAD7227}">
      <dsp:nvSpPr>
        <dsp:cNvPr id="0" name=""/>
        <dsp:cNvSpPr/>
      </dsp:nvSpPr>
      <dsp:spPr>
        <a:xfrm>
          <a:off x="0" y="1243467"/>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tr-TR" sz="2800" b="1" kern="1200" dirty="0"/>
            <a:t>Eylemin başlatılması:</a:t>
          </a:r>
          <a:endParaRPr lang="en-US" sz="2800" kern="1200" dirty="0"/>
        </a:p>
      </dsp:txBody>
      <dsp:txXfrm>
        <a:off x="0" y="1243467"/>
        <a:ext cx="10515600" cy="621467"/>
      </dsp:txXfrm>
    </dsp:sp>
    <dsp:sp modelId="{E79C0F05-073F-4588-ACA9-098C13689AB0}">
      <dsp:nvSpPr>
        <dsp:cNvPr id="0" name=""/>
        <dsp:cNvSpPr/>
      </dsp:nvSpPr>
      <dsp:spPr>
        <a:xfrm>
          <a:off x="0" y="1864935"/>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B69BEF-F75A-4A6A-A82A-A55639DD452A}">
      <dsp:nvSpPr>
        <dsp:cNvPr id="0" name=""/>
        <dsp:cNvSpPr/>
      </dsp:nvSpPr>
      <dsp:spPr>
        <a:xfrm>
          <a:off x="0" y="1864935"/>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tr-TR" sz="2800" b="1" kern="1200" dirty="0"/>
            <a:t>Dönüş</a:t>
          </a:r>
          <a:r>
            <a:rPr lang="en-US" sz="2800" b="1" kern="1200" dirty="0" err="1"/>
            <a:t>ümün</a:t>
          </a:r>
          <a:r>
            <a:rPr lang="en-US" sz="2800" b="1" kern="1200" dirty="0"/>
            <a:t> </a:t>
          </a:r>
          <a:r>
            <a:rPr lang="en-US" sz="2800" b="1" kern="1200" dirty="0" err="1"/>
            <a:t>ortaya</a:t>
          </a:r>
          <a:r>
            <a:rPr lang="en-US" sz="2800" b="1" kern="1200" dirty="0"/>
            <a:t> </a:t>
          </a:r>
          <a:r>
            <a:rPr lang="en-US" sz="2800" b="1" kern="1200" dirty="0" err="1"/>
            <a:t>çıkması</a:t>
          </a:r>
          <a:r>
            <a:rPr lang="en-US" sz="2800" b="1" kern="1200" dirty="0"/>
            <a:t>:</a:t>
          </a:r>
          <a:endParaRPr lang="en-US" sz="2800" kern="1200" dirty="0"/>
        </a:p>
      </dsp:txBody>
      <dsp:txXfrm>
        <a:off x="0" y="1864935"/>
        <a:ext cx="10515600" cy="621467"/>
      </dsp:txXfrm>
    </dsp:sp>
    <dsp:sp modelId="{4BE731C6-E698-4E84-A59E-F5B74D0D2115}">
      <dsp:nvSpPr>
        <dsp:cNvPr id="0" name=""/>
        <dsp:cNvSpPr/>
      </dsp:nvSpPr>
      <dsp:spPr>
        <a:xfrm>
          <a:off x="0" y="2486402"/>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F1CB95-FA97-48C6-8142-487CDA4E4306}">
      <dsp:nvSpPr>
        <dsp:cNvPr id="0" name=""/>
        <dsp:cNvSpPr/>
      </dsp:nvSpPr>
      <dsp:spPr>
        <a:xfrm>
          <a:off x="0" y="2486402"/>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tr-TR" sz="2800" b="1" kern="1200" dirty="0"/>
            <a:t>Ürünün gelişmesi:</a:t>
          </a:r>
          <a:endParaRPr lang="en-US" sz="2800" kern="1200" dirty="0"/>
        </a:p>
      </dsp:txBody>
      <dsp:txXfrm>
        <a:off x="0" y="2486402"/>
        <a:ext cx="10515600" cy="621467"/>
      </dsp:txXfrm>
    </dsp:sp>
    <dsp:sp modelId="{42A5822F-3E2B-477D-9352-E53F2FDCD189}">
      <dsp:nvSpPr>
        <dsp:cNvPr id="0" name=""/>
        <dsp:cNvSpPr/>
      </dsp:nvSpPr>
      <dsp:spPr>
        <a:xfrm>
          <a:off x="0" y="3107870"/>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3F6D85-1AEE-431D-93C1-C4CD94DB9DCE}">
      <dsp:nvSpPr>
        <dsp:cNvPr id="0" name=""/>
        <dsp:cNvSpPr/>
      </dsp:nvSpPr>
      <dsp:spPr>
        <a:xfrm>
          <a:off x="0" y="3107870"/>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tr-TR" sz="2800" b="1" kern="1200" dirty="0"/>
            <a:t>Prosesin döngüye girmesi:</a:t>
          </a:r>
          <a:endParaRPr lang="en-US" sz="2800" kern="1200" dirty="0"/>
        </a:p>
      </dsp:txBody>
      <dsp:txXfrm>
        <a:off x="0" y="3107870"/>
        <a:ext cx="10515600" cy="621467"/>
      </dsp:txXfrm>
    </dsp:sp>
    <dsp:sp modelId="{ED4C0A2B-AED1-4C17-81E9-A2E252454C79}">
      <dsp:nvSpPr>
        <dsp:cNvPr id="0" name=""/>
        <dsp:cNvSpPr/>
      </dsp:nvSpPr>
      <dsp:spPr>
        <a:xfrm>
          <a:off x="0" y="3729338"/>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96FB33-5C57-46D2-A371-9F77BDCEB869}">
      <dsp:nvSpPr>
        <dsp:cNvPr id="0" name=""/>
        <dsp:cNvSpPr/>
      </dsp:nvSpPr>
      <dsp:spPr>
        <a:xfrm>
          <a:off x="0" y="3729338"/>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tr-TR" sz="2800" b="1" kern="1200" dirty="0"/>
            <a:t>Sistemin geliştirilmesi:</a:t>
          </a:r>
          <a:endParaRPr lang="en-US" sz="2800" kern="1200" dirty="0"/>
        </a:p>
      </dsp:txBody>
      <dsp:txXfrm>
        <a:off x="0" y="3729338"/>
        <a:ext cx="10515600" cy="62146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729868-B446-4577-AC99-C0166D789645}">
      <dsp:nvSpPr>
        <dsp:cNvPr id="0" name=""/>
        <dsp:cNvSpPr/>
      </dsp:nvSpPr>
      <dsp:spPr>
        <a:xfrm>
          <a:off x="0" y="88542"/>
          <a:ext cx="6513603" cy="52767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tr-TR" sz="2200" b="1" kern="1200"/>
            <a:t>Başlatıcı</a:t>
          </a:r>
          <a:endParaRPr lang="en-US" sz="2200" kern="1200"/>
        </a:p>
      </dsp:txBody>
      <dsp:txXfrm>
        <a:off x="25759" y="114301"/>
        <a:ext cx="6462085" cy="476152"/>
      </dsp:txXfrm>
    </dsp:sp>
    <dsp:sp modelId="{11C69529-2EC2-4A8F-B221-DBEF4902F694}">
      <dsp:nvSpPr>
        <dsp:cNvPr id="0" name=""/>
        <dsp:cNvSpPr/>
      </dsp:nvSpPr>
      <dsp:spPr>
        <a:xfrm>
          <a:off x="0" y="616212"/>
          <a:ext cx="6513603" cy="774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807"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Başlatıcı olarak hangi kurum, süreç, kişi veya bir eylem tarafından ne gibi bir uyaran geleceğinin ve bu gelen uyaranın geçerli olması için gereken özelliklerinin tanımlanması şarttır.</a:t>
          </a:r>
        </a:p>
      </dsp:txBody>
      <dsp:txXfrm>
        <a:off x="0" y="616212"/>
        <a:ext cx="6513603" cy="774180"/>
      </dsp:txXfrm>
    </dsp:sp>
    <dsp:sp modelId="{2C648340-67CC-40AA-A85B-B4AC1C48B1DC}">
      <dsp:nvSpPr>
        <dsp:cNvPr id="0" name=""/>
        <dsp:cNvSpPr/>
      </dsp:nvSpPr>
      <dsp:spPr>
        <a:xfrm>
          <a:off x="0" y="1390392"/>
          <a:ext cx="6513603" cy="527670"/>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tr-TR" sz="2200" b="1" kern="1200"/>
            <a:t>Eylemin başlatılması</a:t>
          </a:r>
          <a:endParaRPr lang="en-US" sz="2200" kern="1200"/>
        </a:p>
      </dsp:txBody>
      <dsp:txXfrm>
        <a:off x="25759" y="1416151"/>
        <a:ext cx="6462085" cy="476152"/>
      </dsp:txXfrm>
    </dsp:sp>
    <dsp:sp modelId="{98E78995-B428-4936-A8D4-D8FE7AACCAD9}">
      <dsp:nvSpPr>
        <dsp:cNvPr id="0" name=""/>
        <dsp:cNvSpPr/>
      </dsp:nvSpPr>
      <dsp:spPr>
        <a:xfrm>
          <a:off x="0" y="1918063"/>
          <a:ext cx="6513603" cy="774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807"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Eylemin bu gelen uyaranla başlatılabilmesi için uyaranın olması gereken hangi özelliklerine, sürecin ne şekil veya şartla, nasıl cevap vereceğinin ve ilk aktivitenin ne olacağının tanımlanması şarttır.</a:t>
          </a:r>
        </a:p>
      </dsp:txBody>
      <dsp:txXfrm>
        <a:off x="0" y="1918063"/>
        <a:ext cx="6513603" cy="774180"/>
      </dsp:txXfrm>
    </dsp:sp>
    <dsp:sp modelId="{3383460E-1E3A-445B-8CE8-6AD5918A287A}">
      <dsp:nvSpPr>
        <dsp:cNvPr id="0" name=""/>
        <dsp:cNvSpPr/>
      </dsp:nvSpPr>
      <dsp:spPr>
        <a:xfrm>
          <a:off x="0" y="2692243"/>
          <a:ext cx="6513603" cy="527670"/>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tr-TR" sz="2200" b="1" kern="1200"/>
            <a:t>Dönüşümün ortaya çıkması</a:t>
          </a:r>
          <a:endParaRPr lang="en-US" sz="2200" kern="1200"/>
        </a:p>
      </dsp:txBody>
      <dsp:txXfrm>
        <a:off x="25759" y="2718002"/>
        <a:ext cx="6462085" cy="476152"/>
      </dsp:txXfrm>
    </dsp:sp>
    <dsp:sp modelId="{3ABCE40A-0453-40E7-987A-C6872EB19EBF}">
      <dsp:nvSpPr>
        <dsp:cNvPr id="0" name=""/>
        <dsp:cNvSpPr/>
      </dsp:nvSpPr>
      <dsp:spPr>
        <a:xfrm>
          <a:off x="0" y="3219913"/>
          <a:ext cx="6513603" cy="1024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807"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Bu </a:t>
          </a:r>
          <a:r>
            <a:rPr lang="en-US" sz="1700" kern="1200" dirty="0" err="1"/>
            <a:t>gelen</a:t>
          </a:r>
          <a:r>
            <a:rPr lang="en-US" sz="1700" kern="1200" dirty="0"/>
            <a:t> </a:t>
          </a:r>
          <a:r>
            <a:rPr lang="en-US" sz="1700" kern="1200" dirty="0" err="1"/>
            <a:t>uyarana</a:t>
          </a:r>
          <a:r>
            <a:rPr lang="en-US" sz="1700" kern="1200" dirty="0"/>
            <a:t> </a:t>
          </a:r>
          <a:r>
            <a:rPr lang="en-US" sz="1700" kern="1200" dirty="0" err="1"/>
            <a:t>verilen</a:t>
          </a:r>
          <a:r>
            <a:rPr lang="en-US" sz="1700" kern="1200" dirty="0"/>
            <a:t> ilk </a:t>
          </a:r>
          <a:r>
            <a:rPr lang="en-US" sz="1700" kern="1200" dirty="0" err="1"/>
            <a:t>cevap</a:t>
          </a:r>
          <a:r>
            <a:rPr lang="en-US" sz="1700" kern="1200" dirty="0"/>
            <a:t> </a:t>
          </a:r>
          <a:r>
            <a:rPr lang="en-US" sz="1700" kern="1200" dirty="0" err="1"/>
            <a:t>aktivitesi</a:t>
          </a:r>
          <a:r>
            <a:rPr lang="en-US" sz="1700" kern="1200" dirty="0"/>
            <a:t> </a:t>
          </a:r>
          <a:r>
            <a:rPr lang="en-US" sz="1700" kern="1200" dirty="0" err="1"/>
            <a:t>sonrasında</a:t>
          </a:r>
          <a:r>
            <a:rPr lang="en-US" sz="1700" kern="1200" dirty="0"/>
            <a:t> ne </a:t>
          </a:r>
          <a:r>
            <a:rPr lang="en-US" sz="1700" kern="1200" dirty="0" err="1"/>
            <a:t>tür</a:t>
          </a:r>
          <a:r>
            <a:rPr lang="en-US" sz="1700" kern="1200" dirty="0"/>
            <a:t> </a:t>
          </a:r>
          <a:r>
            <a:rPr lang="en-US" sz="1700" kern="1200" dirty="0" err="1"/>
            <a:t>bir</a:t>
          </a:r>
          <a:r>
            <a:rPr lang="en-US" sz="1700" kern="1200" dirty="0"/>
            <a:t> </a:t>
          </a:r>
          <a:r>
            <a:rPr lang="en-US" sz="1700" kern="1200" dirty="0" err="1"/>
            <a:t>dönüşümün</a:t>
          </a:r>
          <a:r>
            <a:rPr lang="en-US" sz="1700" kern="1200" dirty="0"/>
            <a:t> </a:t>
          </a:r>
          <a:r>
            <a:rPr lang="en-US" sz="1700" kern="1200" dirty="0" err="1"/>
            <a:t>hangi</a:t>
          </a:r>
          <a:r>
            <a:rPr lang="en-US" sz="1700" kern="1200" dirty="0"/>
            <a:t> </a:t>
          </a:r>
          <a:r>
            <a:rPr lang="en-US" sz="1700" kern="1200" dirty="0" err="1"/>
            <a:t>kaynaklar</a:t>
          </a:r>
          <a:r>
            <a:rPr lang="en-US" sz="1700" kern="1200" dirty="0"/>
            <a:t> </a:t>
          </a:r>
          <a:r>
            <a:rPr lang="en-US" sz="1700" kern="1200" dirty="0" err="1"/>
            <a:t>kullanılarak</a:t>
          </a:r>
          <a:r>
            <a:rPr lang="en-US" sz="1700" kern="1200" dirty="0"/>
            <a:t> </a:t>
          </a:r>
          <a:r>
            <a:rPr lang="en-US" sz="1700" kern="1200" dirty="0" err="1"/>
            <a:t>sağlanacağı</a:t>
          </a:r>
          <a:r>
            <a:rPr lang="en-US" sz="1700" kern="1200" dirty="0"/>
            <a:t> </a:t>
          </a:r>
          <a:r>
            <a:rPr lang="en-US" sz="1700" kern="1200" dirty="0" err="1"/>
            <a:t>ve</a:t>
          </a:r>
          <a:r>
            <a:rPr lang="en-US" sz="1700" kern="1200" dirty="0"/>
            <a:t> </a:t>
          </a:r>
          <a:r>
            <a:rPr lang="en-US" sz="1700" kern="1200" dirty="0" err="1"/>
            <a:t>dönüşüm</a:t>
          </a:r>
          <a:r>
            <a:rPr lang="en-US" sz="1700" kern="1200" dirty="0"/>
            <a:t> </a:t>
          </a:r>
          <a:r>
            <a:rPr lang="en-US" sz="1700" kern="1200" dirty="0" err="1"/>
            <a:t>tamamlanınca</a:t>
          </a:r>
          <a:r>
            <a:rPr lang="en-US" sz="1700" kern="1200" dirty="0"/>
            <a:t> </a:t>
          </a:r>
          <a:r>
            <a:rPr lang="en-US" sz="1700" kern="1200" dirty="0" err="1"/>
            <a:t>neyin</a:t>
          </a:r>
          <a:r>
            <a:rPr lang="en-US" sz="1700" kern="1200" dirty="0"/>
            <a:t> </a:t>
          </a:r>
          <a:r>
            <a:rPr lang="en-US" sz="1700" kern="1200" dirty="0" err="1"/>
            <a:t>ortaya</a:t>
          </a:r>
          <a:r>
            <a:rPr lang="en-US" sz="1700" kern="1200" dirty="0"/>
            <a:t> </a:t>
          </a:r>
          <a:r>
            <a:rPr lang="en-US" sz="1700" kern="1200" dirty="0" err="1"/>
            <a:t>çıkması</a:t>
          </a:r>
          <a:r>
            <a:rPr lang="en-US" sz="1700" kern="1200" dirty="0"/>
            <a:t> </a:t>
          </a:r>
          <a:r>
            <a:rPr lang="en-US" sz="1700" kern="1200" dirty="0" err="1"/>
            <a:t>gerektiğinin</a:t>
          </a:r>
          <a:r>
            <a:rPr lang="en-US" sz="1700" kern="1200" dirty="0"/>
            <a:t> </a:t>
          </a:r>
          <a:r>
            <a:rPr lang="en-US" sz="1700" kern="1200" dirty="0" err="1"/>
            <a:t>tanımlanması</a:t>
          </a:r>
          <a:r>
            <a:rPr lang="en-US" sz="1700" kern="1200" dirty="0"/>
            <a:t> </a:t>
          </a:r>
          <a:r>
            <a:rPr lang="en-US" sz="1700" kern="1200" dirty="0" err="1"/>
            <a:t>şarttır</a:t>
          </a:r>
          <a:r>
            <a:rPr lang="en-US" sz="1700" kern="1200" dirty="0"/>
            <a:t>.</a:t>
          </a:r>
        </a:p>
      </dsp:txBody>
      <dsp:txXfrm>
        <a:off x="0" y="3219913"/>
        <a:ext cx="6513603" cy="1024650"/>
      </dsp:txXfrm>
    </dsp:sp>
    <dsp:sp modelId="{A3FABC3A-E718-4895-8024-66FFF55DB4FC}">
      <dsp:nvSpPr>
        <dsp:cNvPr id="0" name=""/>
        <dsp:cNvSpPr/>
      </dsp:nvSpPr>
      <dsp:spPr>
        <a:xfrm>
          <a:off x="0" y="4244563"/>
          <a:ext cx="6513603" cy="52767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tr-TR" sz="2200" b="1" kern="1200"/>
            <a:t>Ürünün gelişmesi</a:t>
          </a:r>
          <a:endParaRPr lang="en-US" sz="2200" kern="1200"/>
        </a:p>
      </dsp:txBody>
      <dsp:txXfrm>
        <a:off x="25759" y="4270322"/>
        <a:ext cx="6462085" cy="476152"/>
      </dsp:txXfrm>
    </dsp:sp>
    <dsp:sp modelId="{2F716A6E-73DF-4511-89B7-FC273F6F4360}">
      <dsp:nvSpPr>
        <dsp:cNvPr id="0" name=""/>
        <dsp:cNvSpPr/>
      </dsp:nvSpPr>
      <dsp:spPr>
        <a:xfrm>
          <a:off x="0" y="4772233"/>
          <a:ext cx="6513603" cy="1024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807"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Yukarda tanımlanan dönüşüm ve gelişen ürünün ne zaman, neye, nasıl ve ne için etki oluşturacağı, oluşan ürün ve etkisi sonrasında nelerin gerçekleşmesi gerektiği ve gerçekleşmemesi durumunda ne yapılması gerektiğinin açıklanması şarttır.</a:t>
          </a:r>
        </a:p>
      </dsp:txBody>
      <dsp:txXfrm>
        <a:off x="0" y="4772233"/>
        <a:ext cx="6513603" cy="102465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044DA855-22FF-4DFB-B26E-A0F90BD8EBAD}"/>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7379F0B5-1376-44D0-87C5-940A2D7B54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47B5BF73-FAF3-412F-AE6E-DBD3374FAF7C}"/>
              </a:ext>
            </a:extLst>
          </p:cNvPr>
          <p:cNvSpPr>
            <a:spLocks noGrp="1"/>
          </p:cNvSpPr>
          <p:nvPr>
            <p:ph type="dt" sz="half" idx="10"/>
          </p:nvPr>
        </p:nvSpPr>
        <p:spPr/>
        <p:txBody>
          <a:bodyPr/>
          <a:lstStyle/>
          <a:p>
            <a:fld id="{2B90E990-97FA-426D-862D-9DE67A73BE2F}" type="datetimeFigureOut">
              <a:rPr lang="tr-TR" smtClean="0"/>
              <a:t>30.11.2025</a:t>
            </a:fld>
            <a:endParaRPr lang="tr-TR"/>
          </a:p>
        </p:txBody>
      </p:sp>
      <p:sp>
        <p:nvSpPr>
          <p:cNvPr id="5" name="Alt Bilgi Yer Tutucusu 4">
            <a:extLst>
              <a:ext uri="{FF2B5EF4-FFF2-40B4-BE49-F238E27FC236}">
                <a16:creationId xmlns:a16="http://schemas.microsoft.com/office/drawing/2014/main" id="{31348181-3352-4BC7-AFB5-532F66E7370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C417B4E7-E1CD-4DB3-9CF9-3665F1D2F709}"/>
              </a:ext>
            </a:extLst>
          </p:cNvPr>
          <p:cNvSpPr>
            <a:spLocks noGrp="1"/>
          </p:cNvSpPr>
          <p:nvPr>
            <p:ph type="sldNum" sz="quarter" idx="12"/>
          </p:nvPr>
        </p:nvSpPr>
        <p:spPr/>
        <p:txBody>
          <a:bodyPr/>
          <a:lstStyle/>
          <a:p>
            <a:fld id="{8CD4CE75-3474-48CE-8EF2-BAEE52099897}" type="slidenum">
              <a:rPr lang="tr-TR" smtClean="0"/>
              <a:t>‹#›</a:t>
            </a:fld>
            <a:endParaRPr lang="tr-TR"/>
          </a:p>
        </p:txBody>
      </p:sp>
    </p:spTree>
    <p:extLst>
      <p:ext uri="{BB962C8B-B14F-4D97-AF65-F5344CB8AC3E}">
        <p14:creationId xmlns:p14="http://schemas.microsoft.com/office/powerpoint/2010/main" val="1270927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21EDC17D-C45D-4EA3-BD00-EA1B12862BA8}"/>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99D58E4E-304F-49EC-8DB3-B0DBA30864B4}"/>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4B7BC9FD-FA94-44AF-8545-CDF37E5D629D}"/>
              </a:ext>
            </a:extLst>
          </p:cNvPr>
          <p:cNvSpPr>
            <a:spLocks noGrp="1"/>
          </p:cNvSpPr>
          <p:nvPr>
            <p:ph type="dt" sz="half" idx="10"/>
          </p:nvPr>
        </p:nvSpPr>
        <p:spPr/>
        <p:txBody>
          <a:bodyPr/>
          <a:lstStyle/>
          <a:p>
            <a:fld id="{2B90E990-97FA-426D-862D-9DE67A73BE2F}" type="datetimeFigureOut">
              <a:rPr lang="tr-TR" smtClean="0"/>
              <a:t>30.11.2025</a:t>
            </a:fld>
            <a:endParaRPr lang="tr-TR"/>
          </a:p>
        </p:txBody>
      </p:sp>
      <p:sp>
        <p:nvSpPr>
          <p:cNvPr id="5" name="Alt Bilgi Yer Tutucusu 4">
            <a:extLst>
              <a:ext uri="{FF2B5EF4-FFF2-40B4-BE49-F238E27FC236}">
                <a16:creationId xmlns:a16="http://schemas.microsoft.com/office/drawing/2014/main" id="{A481A859-1962-46F3-8063-FB48BA3101B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BAE0E6E-53B6-4380-AD65-03A0A4733A69}"/>
              </a:ext>
            </a:extLst>
          </p:cNvPr>
          <p:cNvSpPr>
            <a:spLocks noGrp="1"/>
          </p:cNvSpPr>
          <p:nvPr>
            <p:ph type="sldNum" sz="quarter" idx="12"/>
          </p:nvPr>
        </p:nvSpPr>
        <p:spPr/>
        <p:txBody>
          <a:bodyPr/>
          <a:lstStyle/>
          <a:p>
            <a:fld id="{8CD4CE75-3474-48CE-8EF2-BAEE52099897}" type="slidenum">
              <a:rPr lang="tr-TR" smtClean="0"/>
              <a:t>‹#›</a:t>
            </a:fld>
            <a:endParaRPr lang="tr-TR"/>
          </a:p>
        </p:txBody>
      </p:sp>
    </p:spTree>
    <p:extLst>
      <p:ext uri="{BB962C8B-B14F-4D97-AF65-F5344CB8AC3E}">
        <p14:creationId xmlns:p14="http://schemas.microsoft.com/office/powerpoint/2010/main" val="3703772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3658EB34-ABD0-46AA-9D82-D56888A1526B}"/>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16A680CD-5033-4767-BC4A-C1BD7AEFAE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41AADA8C-A06D-4E09-9F52-7D2297ECD1DC}"/>
              </a:ext>
            </a:extLst>
          </p:cNvPr>
          <p:cNvSpPr>
            <a:spLocks noGrp="1"/>
          </p:cNvSpPr>
          <p:nvPr>
            <p:ph type="dt" sz="half" idx="10"/>
          </p:nvPr>
        </p:nvSpPr>
        <p:spPr/>
        <p:txBody>
          <a:bodyPr/>
          <a:lstStyle/>
          <a:p>
            <a:fld id="{2B90E990-97FA-426D-862D-9DE67A73BE2F}" type="datetimeFigureOut">
              <a:rPr lang="tr-TR" smtClean="0"/>
              <a:t>30.11.2025</a:t>
            </a:fld>
            <a:endParaRPr lang="tr-TR"/>
          </a:p>
        </p:txBody>
      </p:sp>
      <p:sp>
        <p:nvSpPr>
          <p:cNvPr id="5" name="Alt Bilgi Yer Tutucusu 4">
            <a:extLst>
              <a:ext uri="{FF2B5EF4-FFF2-40B4-BE49-F238E27FC236}">
                <a16:creationId xmlns:a16="http://schemas.microsoft.com/office/drawing/2014/main" id="{E56CCDA6-8278-459B-A0A0-697269980EF0}"/>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0D9A5D3C-4EF3-4AE0-A125-F043DEF633A5}"/>
              </a:ext>
            </a:extLst>
          </p:cNvPr>
          <p:cNvSpPr>
            <a:spLocks noGrp="1"/>
          </p:cNvSpPr>
          <p:nvPr>
            <p:ph type="sldNum" sz="quarter" idx="12"/>
          </p:nvPr>
        </p:nvSpPr>
        <p:spPr/>
        <p:txBody>
          <a:bodyPr/>
          <a:lstStyle/>
          <a:p>
            <a:fld id="{8CD4CE75-3474-48CE-8EF2-BAEE52099897}" type="slidenum">
              <a:rPr lang="tr-TR" smtClean="0"/>
              <a:t>‹#›</a:t>
            </a:fld>
            <a:endParaRPr lang="tr-TR"/>
          </a:p>
        </p:txBody>
      </p:sp>
    </p:spTree>
    <p:extLst>
      <p:ext uri="{BB962C8B-B14F-4D97-AF65-F5344CB8AC3E}">
        <p14:creationId xmlns:p14="http://schemas.microsoft.com/office/powerpoint/2010/main" val="3713491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157640C7-E036-4342-902F-09640206D080}"/>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94D9E43B-8CB1-4E21-A313-D27AAF4699E7}"/>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8B7E56B5-DC00-48FD-9439-43E568BBDFA1}"/>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382ADFD5-B1B3-4405-A9F4-CFCFF48A4B4E}"/>
              </a:ext>
            </a:extLst>
          </p:cNvPr>
          <p:cNvSpPr>
            <a:spLocks noGrp="1"/>
          </p:cNvSpPr>
          <p:nvPr>
            <p:ph type="dt" sz="half" idx="10"/>
          </p:nvPr>
        </p:nvSpPr>
        <p:spPr/>
        <p:txBody>
          <a:bodyPr/>
          <a:lstStyle/>
          <a:p>
            <a:fld id="{2B90E990-97FA-426D-862D-9DE67A73BE2F}" type="datetimeFigureOut">
              <a:rPr lang="tr-TR" smtClean="0"/>
              <a:t>30.11.2025</a:t>
            </a:fld>
            <a:endParaRPr lang="tr-TR"/>
          </a:p>
        </p:txBody>
      </p:sp>
      <p:sp>
        <p:nvSpPr>
          <p:cNvPr id="6" name="Alt Bilgi Yer Tutucusu 5">
            <a:extLst>
              <a:ext uri="{FF2B5EF4-FFF2-40B4-BE49-F238E27FC236}">
                <a16:creationId xmlns:a16="http://schemas.microsoft.com/office/drawing/2014/main" id="{614C4BB0-37C8-452D-A37B-2E0928E50994}"/>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7B8060F0-A919-41D7-8EC6-15E254E9BA25}"/>
              </a:ext>
            </a:extLst>
          </p:cNvPr>
          <p:cNvSpPr>
            <a:spLocks noGrp="1"/>
          </p:cNvSpPr>
          <p:nvPr>
            <p:ph type="sldNum" sz="quarter" idx="12"/>
          </p:nvPr>
        </p:nvSpPr>
        <p:spPr/>
        <p:txBody>
          <a:bodyPr/>
          <a:lstStyle/>
          <a:p>
            <a:fld id="{8CD4CE75-3474-48CE-8EF2-BAEE52099897}" type="slidenum">
              <a:rPr lang="tr-TR" smtClean="0"/>
              <a:t>‹#›</a:t>
            </a:fld>
            <a:endParaRPr lang="tr-TR"/>
          </a:p>
        </p:txBody>
      </p:sp>
    </p:spTree>
    <p:extLst>
      <p:ext uri="{BB962C8B-B14F-4D97-AF65-F5344CB8AC3E}">
        <p14:creationId xmlns:p14="http://schemas.microsoft.com/office/powerpoint/2010/main" val="3281657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C33A7BDA-B8E2-47C5-BE32-367D0E2DF50C}"/>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BA19CF34-E720-410C-A456-CBEFDC4268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7A0F9969-1EFA-48C3-8055-D1986BA382E4}"/>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D47BAB8B-52E0-46F7-8FFC-B5CF9F132E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5EADD4C8-864D-4A40-8595-DAE4F1E8AD11}"/>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A7690544-7E5B-4EAE-9EF4-4401E280D608}"/>
              </a:ext>
            </a:extLst>
          </p:cNvPr>
          <p:cNvSpPr>
            <a:spLocks noGrp="1"/>
          </p:cNvSpPr>
          <p:nvPr>
            <p:ph type="dt" sz="half" idx="10"/>
          </p:nvPr>
        </p:nvSpPr>
        <p:spPr/>
        <p:txBody>
          <a:bodyPr/>
          <a:lstStyle/>
          <a:p>
            <a:fld id="{2B90E990-97FA-426D-862D-9DE67A73BE2F}" type="datetimeFigureOut">
              <a:rPr lang="tr-TR" smtClean="0"/>
              <a:t>30.11.2025</a:t>
            </a:fld>
            <a:endParaRPr lang="tr-TR"/>
          </a:p>
        </p:txBody>
      </p:sp>
      <p:sp>
        <p:nvSpPr>
          <p:cNvPr id="8" name="Alt Bilgi Yer Tutucusu 7">
            <a:extLst>
              <a:ext uri="{FF2B5EF4-FFF2-40B4-BE49-F238E27FC236}">
                <a16:creationId xmlns:a16="http://schemas.microsoft.com/office/drawing/2014/main" id="{6CCAE4C8-65B6-4B03-8A5D-DDB0C4263CB1}"/>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5CFEAC76-198F-492A-960E-A7D80DA71886}"/>
              </a:ext>
            </a:extLst>
          </p:cNvPr>
          <p:cNvSpPr>
            <a:spLocks noGrp="1"/>
          </p:cNvSpPr>
          <p:nvPr>
            <p:ph type="sldNum" sz="quarter" idx="12"/>
          </p:nvPr>
        </p:nvSpPr>
        <p:spPr/>
        <p:txBody>
          <a:bodyPr/>
          <a:lstStyle/>
          <a:p>
            <a:fld id="{8CD4CE75-3474-48CE-8EF2-BAEE52099897}" type="slidenum">
              <a:rPr lang="tr-TR" smtClean="0"/>
              <a:t>‹#›</a:t>
            </a:fld>
            <a:endParaRPr lang="tr-TR"/>
          </a:p>
        </p:txBody>
      </p:sp>
    </p:spTree>
    <p:extLst>
      <p:ext uri="{BB962C8B-B14F-4D97-AF65-F5344CB8AC3E}">
        <p14:creationId xmlns:p14="http://schemas.microsoft.com/office/powerpoint/2010/main" val="4061775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47FE2BC6-7392-4416-98BA-4451B9EDCB82}"/>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5C4666C6-D000-4301-B442-13DA386C95F2}"/>
              </a:ext>
            </a:extLst>
          </p:cNvPr>
          <p:cNvSpPr>
            <a:spLocks noGrp="1"/>
          </p:cNvSpPr>
          <p:nvPr>
            <p:ph type="dt" sz="half" idx="10"/>
          </p:nvPr>
        </p:nvSpPr>
        <p:spPr/>
        <p:txBody>
          <a:bodyPr/>
          <a:lstStyle/>
          <a:p>
            <a:fld id="{2B90E990-97FA-426D-862D-9DE67A73BE2F}" type="datetimeFigureOut">
              <a:rPr lang="tr-TR" smtClean="0"/>
              <a:t>30.11.2025</a:t>
            </a:fld>
            <a:endParaRPr lang="tr-TR"/>
          </a:p>
        </p:txBody>
      </p:sp>
      <p:sp>
        <p:nvSpPr>
          <p:cNvPr id="4" name="Alt Bilgi Yer Tutucusu 3">
            <a:extLst>
              <a:ext uri="{FF2B5EF4-FFF2-40B4-BE49-F238E27FC236}">
                <a16:creationId xmlns:a16="http://schemas.microsoft.com/office/drawing/2014/main" id="{29107DBD-B53A-4247-AB30-6ABE52F8D2CE}"/>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7F4C3841-2B0D-49A2-8413-5440FF2EC8D5}"/>
              </a:ext>
            </a:extLst>
          </p:cNvPr>
          <p:cNvSpPr>
            <a:spLocks noGrp="1"/>
          </p:cNvSpPr>
          <p:nvPr>
            <p:ph type="sldNum" sz="quarter" idx="12"/>
          </p:nvPr>
        </p:nvSpPr>
        <p:spPr/>
        <p:txBody>
          <a:bodyPr/>
          <a:lstStyle/>
          <a:p>
            <a:fld id="{8CD4CE75-3474-48CE-8EF2-BAEE52099897}" type="slidenum">
              <a:rPr lang="tr-TR" smtClean="0"/>
              <a:t>‹#›</a:t>
            </a:fld>
            <a:endParaRPr lang="tr-TR"/>
          </a:p>
        </p:txBody>
      </p:sp>
    </p:spTree>
    <p:extLst>
      <p:ext uri="{BB962C8B-B14F-4D97-AF65-F5344CB8AC3E}">
        <p14:creationId xmlns:p14="http://schemas.microsoft.com/office/powerpoint/2010/main" val="4165115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2AD889C4-4440-4825-B779-AC9B84F3E92D}"/>
              </a:ext>
            </a:extLst>
          </p:cNvPr>
          <p:cNvSpPr>
            <a:spLocks noGrp="1"/>
          </p:cNvSpPr>
          <p:nvPr>
            <p:ph type="dt" sz="half" idx="10"/>
          </p:nvPr>
        </p:nvSpPr>
        <p:spPr/>
        <p:txBody>
          <a:bodyPr/>
          <a:lstStyle/>
          <a:p>
            <a:fld id="{2B90E990-97FA-426D-862D-9DE67A73BE2F}" type="datetimeFigureOut">
              <a:rPr lang="tr-TR" smtClean="0"/>
              <a:t>30.11.2025</a:t>
            </a:fld>
            <a:endParaRPr lang="tr-TR"/>
          </a:p>
        </p:txBody>
      </p:sp>
      <p:sp>
        <p:nvSpPr>
          <p:cNvPr id="3" name="Alt Bilgi Yer Tutucusu 2">
            <a:extLst>
              <a:ext uri="{FF2B5EF4-FFF2-40B4-BE49-F238E27FC236}">
                <a16:creationId xmlns:a16="http://schemas.microsoft.com/office/drawing/2014/main" id="{BB0A132A-C907-4C36-8135-2F3E928BC3A5}"/>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C7A36126-640E-476E-BDC0-6D3001DED271}"/>
              </a:ext>
            </a:extLst>
          </p:cNvPr>
          <p:cNvSpPr>
            <a:spLocks noGrp="1"/>
          </p:cNvSpPr>
          <p:nvPr>
            <p:ph type="sldNum" sz="quarter" idx="12"/>
          </p:nvPr>
        </p:nvSpPr>
        <p:spPr/>
        <p:txBody>
          <a:bodyPr/>
          <a:lstStyle/>
          <a:p>
            <a:fld id="{8CD4CE75-3474-48CE-8EF2-BAEE52099897}" type="slidenum">
              <a:rPr lang="tr-TR" smtClean="0"/>
              <a:t>‹#›</a:t>
            </a:fld>
            <a:endParaRPr lang="tr-TR"/>
          </a:p>
        </p:txBody>
      </p:sp>
    </p:spTree>
    <p:extLst>
      <p:ext uri="{BB962C8B-B14F-4D97-AF65-F5344CB8AC3E}">
        <p14:creationId xmlns:p14="http://schemas.microsoft.com/office/powerpoint/2010/main" val="14115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D75B71FA-CB9A-462E-91F0-D399E16D9CEB}"/>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0510B12A-3998-4D79-B2BD-783E932480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C3391698-BD86-400B-9A38-6ED3CCEAB7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9CC440BF-88E0-420A-B2A1-8C548D32D1FC}"/>
              </a:ext>
            </a:extLst>
          </p:cNvPr>
          <p:cNvSpPr>
            <a:spLocks noGrp="1"/>
          </p:cNvSpPr>
          <p:nvPr>
            <p:ph type="dt" sz="half" idx="10"/>
          </p:nvPr>
        </p:nvSpPr>
        <p:spPr/>
        <p:txBody>
          <a:bodyPr/>
          <a:lstStyle/>
          <a:p>
            <a:fld id="{2B90E990-97FA-426D-862D-9DE67A73BE2F}" type="datetimeFigureOut">
              <a:rPr lang="tr-TR" smtClean="0"/>
              <a:t>30.11.2025</a:t>
            </a:fld>
            <a:endParaRPr lang="tr-TR"/>
          </a:p>
        </p:txBody>
      </p:sp>
      <p:sp>
        <p:nvSpPr>
          <p:cNvPr id="6" name="Alt Bilgi Yer Tutucusu 5">
            <a:extLst>
              <a:ext uri="{FF2B5EF4-FFF2-40B4-BE49-F238E27FC236}">
                <a16:creationId xmlns:a16="http://schemas.microsoft.com/office/drawing/2014/main" id="{F151AEC3-959B-4CE3-BE76-6CE6DEBF7854}"/>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357EFB5C-4B11-466F-B4D0-DBC339B891C9}"/>
              </a:ext>
            </a:extLst>
          </p:cNvPr>
          <p:cNvSpPr>
            <a:spLocks noGrp="1"/>
          </p:cNvSpPr>
          <p:nvPr>
            <p:ph type="sldNum" sz="quarter" idx="12"/>
          </p:nvPr>
        </p:nvSpPr>
        <p:spPr/>
        <p:txBody>
          <a:bodyPr/>
          <a:lstStyle/>
          <a:p>
            <a:fld id="{8CD4CE75-3474-48CE-8EF2-BAEE52099897}" type="slidenum">
              <a:rPr lang="tr-TR" smtClean="0"/>
              <a:t>‹#›</a:t>
            </a:fld>
            <a:endParaRPr lang="tr-TR"/>
          </a:p>
        </p:txBody>
      </p:sp>
    </p:spTree>
    <p:extLst>
      <p:ext uri="{BB962C8B-B14F-4D97-AF65-F5344CB8AC3E}">
        <p14:creationId xmlns:p14="http://schemas.microsoft.com/office/powerpoint/2010/main" val="418942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B0911D9B-1D6A-480B-B4F3-1407D6EBDDD2}"/>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2BDB61CD-44C7-4F5D-9EB2-518DBBD233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32055FC3-B764-4228-ADAB-CF6292D35D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3FFF051D-45F1-4D93-B214-529128459BBC}"/>
              </a:ext>
            </a:extLst>
          </p:cNvPr>
          <p:cNvSpPr>
            <a:spLocks noGrp="1"/>
          </p:cNvSpPr>
          <p:nvPr>
            <p:ph type="dt" sz="half" idx="10"/>
          </p:nvPr>
        </p:nvSpPr>
        <p:spPr/>
        <p:txBody>
          <a:bodyPr/>
          <a:lstStyle/>
          <a:p>
            <a:fld id="{2B90E990-97FA-426D-862D-9DE67A73BE2F}" type="datetimeFigureOut">
              <a:rPr lang="tr-TR" smtClean="0"/>
              <a:t>30.11.2025</a:t>
            </a:fld>
            <a:endParaRPr lang="tr-TR"/>
          </a:p>
        </p:txBody>
      </p:sp>
      <p:sp>
        <p:nvSpPr>
          <p:cNvPr id="6" name="Alt Bilgi Yer Tutucusu 5">
            <a:extLst>
              <a:ext uri="{FF2B5EF4-FFF2-40B4-BE49-F238E27FC236}">
                <a16:creationId xmlns:a16="http://schemas.microsoft.com/office/drawing/2014/main" id="{5EF77C48-6FD5-43F7-B9D7-565AF054D44A}"/>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17293E70-B118-4F74-9EC2-234104C92C23}"/>
              </a:ext>
            </a:extLst>
          </p:cNvPr>
          <p:cNvSpPr>
            <a:spLocks noGrp="1"/>
          </p:cNvSpPr>
          <p:nvPr>
            <p:ph type="sldNum" sz="quarter" idx="12"/>
          </p:nvPr>
        </p:nvSpPr>
        <p:spPr/>
        <p:txBody>
          <a:bodyPr/>
          <a:lstStyle/>
          <a:p>
            <a:fld id="{8CD4CE75-3474-48CE-8EF2-BAEE52099897}" type="slidenum">
              <a:rPr lang="tr-TR" smtClean="0"/>
              <a:t>‹#›</a:t>
            </a:fld>
            <a:endParaRPr lang="tr-TR"/>
          </a:p>
        </p:txBody>
      </p:sp>
    </p:spTree>
    <p:extLst>
      <p:ext uri="{BB962C8B-B14F-4D97-AF65-F5344CB8AC3E}">
        <p14:creationId xmlns:p14="http://schemas.microsoft.com/office/powerpoint/2010/main" val="413211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5DBA76CB-CC97-4D05-AAF6-DB909541C28F}"/>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E45A3729-3E53-43CB-9F6B-0E3F38DF41B4}"/>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0FC0F031-962B-4EB2-ACCE-52680B859D3F}"/>
              </a:ext>
            </a:extLst>
          </p:cNvPr>
          <p:cNvSpPr>
            <a:spLocks noGrp="1"/>
          </p:cNvSpPr>
          <p:nvPr>
            <p:ph type="dt" sz="half" idx="10"/>
          </p:nvPr>
        </p:nvSpPr>
        <p:spPr/>
        <p:txBody>
          <a:bodyPr/>
          <a:lstStyle/>
          <a:p>
            <a:fld id="{2B90E990-97FA-426D-862D-9DE67A73BE2F}" type="datetimeFigureOut">
              <a:rPr lang="tr-TR" smtClean="0"/>
              <a:t>30.11.2025</a:t>
            </a:fld>
            <a:endParaRPr lang="tr-TR"/>
          </a:p>
        </p:txBody>
      </p:sp>
      <p:sp>
        <p:nvSpPr>
          <p:cNvPr id="5" name="Alt Bilgi Yer Tutucusu 4">
            <a:extLst>
              <a:ext uri="{FF2B5EF4-FFF2-40B4-BE49-F238E27FC236}">
                <a16:creationId xmlns:a16="http://schemas.microsoft.com/office/drawing/2014/main" id="{3BBA4B70-DC8C-4B8D-8B9B-6A5DD8391950}"/>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FCAA16C4-450E-49DC-BDC5-C9387A1C780B}"/>
              </a:ext>
            </a:extLst>
          </p:cNvPr>
          <p:cNvSpPr>
            <a:spLocks noGrp="1"/>
          </p:cNvSpPr>
          <p:nvPr>
            <p:ph type="sldNum" sz="quarter" idx="12"/>
          </p:nvPr>
        </p:nvSpPr>
        <p:spPr/>
        <p:txBody>
          <a:bodyPr/>
          <a:lstStyle/>
          <a:p>
            <a:fld id="{8CD4CE75-3474-48CE-8EF2-BAEE52099897}" type="slidenum">
              <a:rPr lang="tr-TR" smtClean="0"/>
              <a:t>‹#›</a:t>
            </a:fld>
            <a:endParaRPr lang="tr-TR"/>
          </a:p>
        </p:txBody>
      </p:sp>
    </p:spTree>
    <p:extLst>
      <p:ext uri="{BB962C8B-B14F-4D97-AF65-F5344CB8AC3E}">
        <p14:creationId xmlns:p14="http://schemas.microsoft.com/office/powerpoint/2010/main" val="491068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413B0632-84B3-479A-9A8B-450934C76DB9}"/>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CF05ABFF-8640-4442-9BAC-4C16F67B96E0}"/>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20BEE413-F4FE-414A-9DC7-F11BADA19E8C}"/>
              </a:ext>
            </a:extLst>
          </p:cNvPr>
          <p:cNvSpPr>
            <a:spLocks noGrp="1"/>
          </p:cNvSpPr>
          <p:nvPr>
            <p:ph type="dt" sz="half" idx="10"/>
          </p:nvPr>
        </p:nvSpPr>
        <p:spPr/>
        <p:txBody>
          <a:bodyPr/>
          <a:lstStyle/>
          <a:p>
            <a:fld id="{2B90E990-97FA-426D-862D-9DE67A73BE2F}" type="datetimeFigureOut">
              <a:rPr lang="tr-TR" smtClean="0"/>
              <a:t>30.11.2025</a:t>
            </a:fld>
            <a:endParaRPr lang="tr-TR"/>
          </a:p>
        </p:txBody>
      </p:sp>
      <p:sp>
        <p:nvSpPr>
          <p:cNvPr id="5" name="Alt Bilgi Yer Tutucusu 4">
            <a:extLst>
              <a:ext uri="{FF2B5EF4-FFF2-40B4-BE49-F238E27FC236}">
                <a16:creationId xmlns:a16="http://schemas.microsoft.com/office/drawing/2014/main" id="{2D1B9BAD-2969-4C4C-945D-04AAA69F0592}"/>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7FC51BBD-6817-4D87-A097-64E8197338D7}"/>
              </a:ext>
            </a:extLst>
          </p:cNvPr>
          <p:cNvSpPr>
            <a:spLocks noGrp="1"/>
          </p:cNvSpPr>
          <p:nvPr>
            <p:ph type="sldNum" sz="quarter" idx="12"/>
          </p:nvPr>
        </p:nvSpPr>
        <p:spPr/>
        <p:txBody>
          <a:bodyPr/>
          <a:lstStyle/>
          <a:p>
            <a:fld id="{8CD4CE75-3474-48CE-8EF2-BAEE52099897}" type="slidenum">
              <a:rPr lang="tr-TR" smtClean="0"/>
              <a:t>‹#›</a:t>
            </a:fld>
            <a:endParaRPr lang="tr-TR"/>
          </a:p>
        </p:txBody>
      </p:sp>
    </p:spTree>
    <p:extLst>
      <p:ext uri="{BB962C8B-B14F-4D97-AF65-F5344CB8AC3E}">
        <p14:creationId xmlns:p14="http://schemas.microsoft.com/office/powerpoint/2010/main" val="1207923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4D869F42-D5AE-4159-9CC2-235A0FE7FF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305C1A9F-66E1-4B20-B795-F7075D346C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258D9520-36EE-4864-9B74-C52858CB9B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90E990-97FA-426D-862D-9DE67A73BE2F}" type="datetimeFigureOut">
              <a:rPr lang="tr-TR" smtClean="0"/>
              <a:t>30.11.2025</a:t>
            </a:fld>
            <a:endParaRPr lang="tr-TR"/>
          </a:p>
        </p:txBody>
      </p:sp>
      <p:sp>
        <p:nvSpPr>
          <p:cNvPr id="5" name="Alt Bilgi Yer Tutucusu 4">
            <a:extLst>
              <a:ext uri="{FF2B5EF4-FFF2-40B4-BE49-F238E27FC236}">
                <a16:creationId xmlns:a16="http://schemas.microsoft.com/office/drawing/2014/main" id="{62C4AC85-0A21-4436-9AEF-2A9F7B04DA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AEE0BCC5-CF0B-49CB-8EF0-CF3BFCC841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D4CE75-3474-48CE-8EF2-BAEE52099897}" type="slidenum">
              <a:rPr lang="tr-TR" smtClean="0"/>
              <a:t>‹#›</a:t>
            </a:fld>
            <a:endParaRPr lang="tr-TR"/>
          </a:p>
        </p:txBody>
      </p:sp>
    </p:spTree>
    <p:extLst>
      <p:ext uri="{BB962C8B-B14F-4D97-AF65-F5344CB8AC3E}">
        <p14:creationId xmlns:p14="http://schemas.microsoft.com/office/powerpoint/2010/main" val="2075083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tr-TR"/>
            </a:p>
          </p:txBody>
        </p:sp>
        <p:sp>
          <p:nvSpPr>
            <p:cNvPr id="10" name="Oval 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tr-TR"/>
            </a:p>
          </p:txBody>
        </p:sp>
        <p:sp>
          <p:nvSpPr>
            <p:cNvPr id="1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tr-TR"/>
            </a:p>
          </p:txBody>
        </p:sp>
      </p:grpSp>
      <p:sp>
        <p:nvSpPr>
          <p:cNvPr id="3" name="Alt Başlık 2">
            <a:extLst>
              <a:ext uri="{FF2B5EF4-FFF2-40B4-BE49-F238E27FC236}">
                <a16:creationId xmlns:a16="http://schemas.microsoft.com/office/drawing/2014/main" id="{3F252664-5F97-404D-BBA4-72826964CFD9}"/>
              </a:ext>
            </a:extLst>
          </p:cNvPr>
          <p:cNvSpPr>
            <a:spLocks noGrp="1"/>
          </p:cNvSpPr>
          <p:nvPr>
            <p:ph type="subTitle" idx="1"/>
          </p:nvPr>
        </p:nvSpPr>
        <p:spPr>
          <a:xfrm>
            <a:off x="1524000" y="4495800"/>
            <a:ext cx="9144000" cy="762000"/>
          </a:xfrm>
        </p:spPr>
        <p:txBody>
          <a:bodyPr>
            <a:normAutofit/>
          </a:bodyPr>
          <a:lstStyle/>
          <a:p>
            <a:endParaRPr lang="tr-TR" sz="1800"/>
          </a:p>
        </p:txBody>
      </p:sp>
      <p:sp>
        <p:nvSpPr>
          <p:cNvPr id="13" name="Rectangle 1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Unvan 1">
            <a:extLst>
              <a:ext uri="{FF2B5EF4-FFF2-40B4-BE49-F238E27FC236}">
                <a16:creationId xmlns:a16="http://schemas.microsoft.com/office/drawing/2014/main" id="{D7709648-4464-4A4D-8A05-3D810881A68F}"/>
              </a:ext>
            </a:extLst>
          </p:cNvPr>
          <p:cNvSpPr>
            <a:spLocks noGrp="1"/>
          </p:cNvSpPr>
          <p:nvPr>
            <p:ph type="ctrTitle"/>
          </p:nvPr>
        </p:nvSpPr>
        <p:spPr>
          <a:xfrm>
            <a:off x="1524000" y="2776538"/>
            <a:ext cx="9144000" cy="1381188"/>
          </a:xfrm>
        </p:spPr>
        <p:txBody>
          <a:bodyPr anchor="ctr">
            <a:normAutofit fontScale="90000"/>
          </a:bodyPr>
          <a:lstStyle/>
          <a:p>
            <a:r>
              <a:rPr lang="tr-TR" sz="4000" dirty="0">
                <a:solidFill>
                  <a:schemeClr val="bg2"/>
                </a:solidFill>
              </a:rPr>
              <a:t>Proses Bölümleme, Alt Prosesler Tasarlama ve Bu Süreç Ne Yapar İçeriği Oluşturma </a:t>
            </a:r>
            <a:r>
              <a:rPr lang="tr-TR" sz="4000" b="1" dirty="0">
                <a:solidFill>
                  <a:schemeClr val="bg2"/>
                </a:solidFill>
                <a:effectLst>
                  <a:outerShdw blurRad="38100" dist="38100" dir="2700000" algn="tl">
                    <a:srgbClr val="000000">
                      <a:alpha val="43137"/>
                    </a:srgbClr>
                  </a:outerShdw>
                </a:effectLst>
              </a:rPr>
              <a:t>STANDARDI</a:t>
            </a:r>
          </a:p>
        </p:txBody>
      </p:sp>
    </p:spTree>
    <p:extLst>
      <p:ext uri="{BB962C8B-B14F-4D97-AF65-F5344CB8AC3E}">
        <p14:creationId xmlns:p14="http://schemas.microsoft.com/office/powerpoint/2010/main" val="335474036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Arrow Connector 4"/>
          <p:cNvCxnSpPr/>
          <p:nvPr/>
        </p:nvCxnSpPr>
        <p:spPr>
          <a:xfrm>
            <a:off x="2595538" y="3422338"/>
            <a:ext cx="2357454"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7739074" y="3422656"/>
            <a:ext cx="1928826"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13358" y="1982818"/>
            <a:ext cx="1778938" cy="830997"/>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tr-TR" sz="2400" b="1" strike="sngStrike" dirty="0"/>
              <a:t>Girdi </a:t>
            </a:r>
            <a:r>
              <a:rPr lang="tr-TR" sz="2400" b="1" dirty="0"/>
              <a:t>BAŞLATICI</a:t>
            </a:r>
          </a:p>
        </p:txBody>
      </p:sp>
      <p:sp>
        <p:nvSpPr>
          <p:cNvPr id="11" name="TextBox 10"/>
          <p:cNvSpPr txBox="1"/>
          <p:nvPr/>
        </p:nvSpPr>
        <p:spPr>
          <a:xfrm>
            <a:off x="7991659" y="2007603"/>
            <a:ext cx="1423656" cy="830997"/>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tr-TR" sz="2400" b="1" strike="sngStrike" dirty="0"/>
              <a:t>Çıktı</a:t>
            </a:r>
          </a:p>
          <a:p>
            <a:pPr algn="ctr"/>
            <a:r>
              <a:rPr lang="tr-TR" sz="2400" b="1" dirty="0"/>
              <a:t>ÜRÜN</a:t>
            </a:r>
          </a:p>
        </p:txBody>
      </p:sp>
      <p:sp>
        <p:nvSpPr>
          <p:cNvPr id="12" name="TextBox 11"/>
          <p:cNvSpPr txBox="1"/>
          <p:nvPr/>
        </p:nvSpPr>
        <p:spPr>
          <a:xfrm>
            <a:off x="3167042" y="3493776"/>
            <a:ext cx="1303358" cy="369332"/>
          </a:xfrm>
          <a:prstGeom prst="rect">
            <a:avLst/>
          </a:prstGeom>
          <a:noFill/>
        </p:spPr>
        <p:txBody>
          <a:bodyPr wrap="square" rtlCol="0">
            <a:spAutoFit/>
          </a:bodyPr>
          <a:lstStyle/>
          <a:p>
            <a:r>
              <a:rPr lang="tr-TR" b="1" dirty="0"/>
              <a:t>malzeme</a:t>
            </a:r>
          </a:p>
        </p:txBody>
      </p:sp>
      <p:sp>
        <p:nvSpPr>
          <p:cNvPr id="14" name="TextBox 13"/>
          <p:cNvSpPr txBox="1"/>
          <p:nvPr/>
        </p:nvSpPr>
        <p:spPr>
          <a:xfrm>
            <a:off x="3167042" y="3850966"/>
            <a:ext cx="857256" cy="369332"/>
          </a:xfrm>
          <a:prstGeom prst="rect">
            <a:avLst/>
          </a:prstGeom>
          <a:noFill/>
        </p:spPr>
        <p:txBody>
          <a:bodyPr wrap="square" rtlCol="0">
            <a:spAutoFit/>
          </a:bodyPr>
          <a:lstStyle/>
          <a:p>
            <a:r>
              <a:rPr lang="tr-TR" b="1" dirty="0"/>
              <a:t>insan</a:t>
            </a:r>
          </a:p>
        </p:txBody>
      </p:sp>
      <p:sp>
        <p:nvSpPr>
          <p:cNvPr id="15" name="TextBox 14"/>
          <p:cNvSpPr txBox="1"/>
          <p:nvPr/>
        </p:nvSpPr>
        <p:spPr>
          <a:xfrm>
            <a:off x="3167042" y="4565346"/>
            <a:ext cx="1071570" cy="369332"/>
          </a:xfrm>
          <a:prstGeom prst="rect">
            <a:avLst/>
          </a:prstGeom>
          <a:noFill/>
        </p:spPr>
        <p:txBody>
          <a:bodyPr wrap="square" rtlCol="0">
            <a:spAutoFit/>
          </a:bodyPr>
          <a:lstStyle/>
          <a:p>
            <a:r>
              <a:rPr lang="tr-TR" b="1" dirty="0"/>
              <a:t>para</a:t>
            </a:r>
          </a:p>
        </p:txBody>
      </p:sp>
      <p:sp>
        <p:nvSpPr>
          <p:cNvPr id="17" name="TextBox 16"/>
          <p:cNvSpPr txBox="1"/>
          <p:nvPr/>
        </p:nvSpPr>
        <p:spPr>
          <a:xfrm>
            <a:off x="3167042" y="4922536"/>
            <a:ext cx="857256" cy="369332"/>
          </a:xfrm>
          <a:prstGeom prst="rect">
            <a:avLst/>
          </a:prstGeom>
          <a:noFill/>
        </p:spPr>
        <p:txBody>
          <a:bodyPr wrap="square" rtlCol="0">
            <a:spAutoFit/>
          </a:bodyPr>
          <a:lstStyle/>
          <a:p>
            <a:r>
              <a:rPr lang="tr-TR" b="1" dirty="0"/>
              <a:t>bina</a:t>
            </a:r>
          </a:p>
        </p:txBody>
      </p:sp>
      <p:sp>
        <p:nvSpPr>
          <p:cNvPr id="18" name="TextBox 17"/>
          <p:cNvSpPr txBox="1"/>
          <p:nvPr/>
        </p:nvSpPr>
        <p:spPr>
          <a:xfrm>
            <a:off x="3167042" y="4208156"/>
            <a:ext cx="1000132" cy="369332"/>
          </a:xfrm>
          <a:prstGeom prst="rect">
            <a:avLst/>
          </a:prstGeom>
          <a:noFill/>
        </p:spPr>
        <p:txBody>
          <a:bodyPr wrap="square" rtlCol="0">
            <a:spAutoFit/>
          </a:bodyPr>
          <a:lstStyle/>
          <a:p>
            <a:r>
              <a:rPr lang="tr-TR" b="1" dirty="0"/>
              <a:t>makina</a:t>
            </a:r>
          </a:p>
        </p:txBody>
      </p:sp>
      <p:sp>
        <p:nvSpPr>
          <p:cNvPr id="19" name="TextBox 18"/>
          <p:cNvSpPr txBox="1"/>
          <p:nvPr/>
        </p:nvSpPr>
        <p:spPr>
          <a:xfrm>
            <a:off x="3167042" y="5279726"/>
            <a:ext cx="928694" cy="369332"/>
          </a:xfrm>
          <a:prstGeom prst="rect">
            <a:avLst/>
          </a:prstGeom>
          <a:noFill/>
        </p:spPr>
        <p:txBody>
          <a:bodyPr wrap="square" rtlCol="0">
            <a:spAutoFit/>
          </a:bodyPr>
          <a:lstStyle/>
          <a:p>
            <a:r>
              <a:rPr lang="tr-TR" b="1" dirty="0"/>
              <a:t>bilgi</a:t>
            </a:r>
          </a:p>
        </p:txBody>
      </p:sp>
      <p:sp>
        <p:nvSpPr>
          <p:cNvPr id="20" name="TextBox 19"/>
          <p:cNvSpPr txBox="1"/>
          <p:nvPr/>
        </p:nvSpPr>
        <p:spPr>
          <a:xfrm>
            <a:off x="7881950" y="3708090"/>
            <a:ext cx="1857388" cy="369332"/>
          </a:xfrm>
          <a:prstGeom prst="rect">
            <a:avLst/>
          </a:prstGeom>
          <a:noFill/>
        </p:spPr>
        <p:txBody>
          <a:bodyPr wrap="square" rtlCol="0">
            <a:spAutoFit/>
          </a:bodyPr>
          <a:lstStyle/>
          <a:p>
            <a:r>
              <a:rPr lang="tr-TR" b="1" dirty="0"/>
              <a:t>mal veya hizmet</a:t>
            </a:r>
          </a:p>
        </p:txBody>
      </p:sp>
      <p:sp>
        <p:nvSpPr>
          <p:cNvPr id="22" name="Title 21"/>
          <p:cNvSpPr>
            <a:spLocks noGrp="1"/>
          </p:cNvSpPr>
          <p:nvPr>
            <p:ph type="title"/>
          </p:nvPr>
        </p:nvSpPr>
        <p:spPr/>
        <p:txBody>
          <a:bodyPr anchor="ctr"/>
          <a:lstStyle/>
          <a:p>
            <a:pPr algn="ctr"/>
            <a:r>
              <a:rPr lang="tr-TR" sz="4800" b="1" dirty="0">
                <a:latin typeface="Calibri" pitchFamily="34" charset="0"/>
                <a:cs typeface="Calibri" pitchFamily="34" charset="0"/>
              </a:rPr>
              <a:t>Process ??</a:t>
            </a:r>
            <a:endParaRPr lang="en-US" sz="4800" b="1" dirty="0">
              <a:latin typeface="Calibri" pitchFamily="34" charset="0"/>
              <a:cs typeface="Calibri" pitchFamily="34" charset="0"/>
            </a:endParaRPr>
          </a:p>
        </p:txBody>
      </p:sp>
      <p:sp>
        <p:nvSpPr>
          <p:cNvPr id="23" name="TextBox 22"/>
          <p:cNvSpPr txBox="1"/>
          <p:nvPr/>
        </p:nvSpPr>
        <p:spPr>
          <a:xfrm>
            <a:off x="4952992" y="1747521"/>
            <a:ext cx="2786082" cy="461665"/>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tr-TR" sz="2400" b="1" dirty="0"/>
              <a:t>KAYNAK</a:t>
            </a:r>
          </a:p>
        </p:txBody>
      </p:sp>
      <p:sp>
        <p:nvSpPr>
          <p:cNvPr id="24" name="TextBox 23"/>
          <p:cNvSpPr txBox="1"/>
          <p:nvPr/>
        </p:nvSpPr>
        <p:spPr>
          <a:xfrm>
            <a:off x="4952993" y="4630149"/>
            <a:ext cx="2786082" cy="1015663"/>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tr-TR" sz="2000" b="1" dirty="0">
                <a:solidFill>
                  <a:srgbClr val="FF0000"/>
                </a:solidFill>
              </a:rPr>
              <a:t>Doğal Kaynaklar</a:t>
            </a:r>
          </a:p>
          <a:p>
            <a:pPr algn="ctr"/>
            <a:r>
              <a:rPr lang="tr-TR" sz="2000" b="1" dirty="0"/>
              <a:t>İnsan, Taşınır, Taşınmaz, Zaman</a:t>
            </a:r>
          </a:p>
        </p:txBody>
      </p:sp>
      <p:sp>
        <p:nvSpPr>
          <p:cNvPr id="2" name="Rectangle 1"/>
          <p:cNvSpPr/>
          <p:nvPr/>
        </p:nvSpPr>
        <p:spPr>
          <a:xfrm>
            <a:off x="2572121" y="3053006"/>
            <a:ext cx="2137573" cy="369332"/>
          </a:xfrm>
          <a:prstGeom prst="rect">
            <a:avLst/>
          </a:prstGeom>
        </p:spPr>
        <p:txBody>
          <a:bodyPr wrap="none">
            <a:spAutoFit/>
          </a:bodyPr>
          <a:lstStyle/>
          <a:p>
            <a:r>
              <a:rPr lang="tr-TR" dirty="0"/>
              <a:t>Pull by the Customer</a:t>
            </a:r>
          </a:p>
        </p:txBody>
      </p:sp>
      <p:sp>
        <p:nvSpPr>
          <p:cNvPr id="26" name="Content Placeholder 2"/>
          <p:cNvSpPr>
            <a:spLocks noGrp="1"/>
          </p:cNvSpPr>
          <p:nvPr>
            <p:ph sz="quarter" idx="1"/>
          </p:nvPr>
        </p:nvSpPr>
        <p:spPr>
          <a:xfrm>
            <a:off x="4952993" y="2469268"/>
            <a:ext cx="2786081" cy="2002409"/>
          </a:xfrm>
        </p:spPr>
        <p:style>
          <a:lnRef idx="0">
            <a:schemeClr val="accent4"/>
          </a:lnRef>
          <a:fillRef idx="3">
            <a:schemeClr val="accent4"/>
          </a:fillRef>
          <a:effectRef idx="3">
            <a:schemeClr val="accent4"/>
          </a:effectRef>
          <a:fontRef idx="minor">
            <a:schemeClr val="lt1"/>
          </a:fontRef>
        </p:style>
        <p:txBody>
          <a:bodyPr>
            <a:normAutofit/>
          </a:bodyPr>
          <a:lstStyle/>
          <a:p>
            <a:r>
              <a:rPr lang="tr-TR" sz="1800" b="1" dirty="0">
                <a:effectLst>
                  <a:outerShdw blurRad="38100" dist="38100" dir="2700000" algn="tl">
                    <a:srgbClr val="000000">
                      <a:alpha val="43137"/>
                    </a:srgbClr>
                  </a:outerShdw>
                </a:effectLst>
                <a:latin typeface="Calibri" pitchFamily="34" charset="0"/>
                <a:cs typeface="Calibri" pitchFamily="34" charset="0"/>
              </a:rPr>
              <a:t>DÖNÜŞÜM KATMANI</a:t>
            </a:r>
          </a:p>
          <a:p>
            <a:r>
              <a:rPr lang="tr-TR" sz="1800" b="1" dirty="0">
                <a:effectLst>
                  <a:outerShdw blurRad="38100" dist="38100" dir="2700000" algn="tl">
                    <a:srgbClr val="000000">
                      <a:alpha val="43137"/>
                    </a:srgbClr>
                  </a:outerShdw>
                </a:effectLst>
                <a:latin typeface="Calibri" pitchFamily="34" charset="0"/>
                <a:cs typeface="Calibri" pitchFamily="34" charset="0"/>
              </a:rPr>
              <a:t>Fiziksel Dönüşüm</a:t>
            </a:r>
          </a:p>
          <a:p>
            <a:r>
              <a:rPr lang="tr-TR" sz="1800" b="1" dirty="0">
                <a:effectLst>
                  <a:outerShdw blurRad="38100" dist="38100" dir="2700000" algn="tl">
                    <a:srgbClr val="000000">
                      <a:alpha val="43137"/>
                    </a:srgbClr>
                  </a:outerShdw>
                </a:effectLst>
                <a:latin typeface="Calibri" pitchFamily="34" charset="0"/>
                <a:cs typeface="Calibri" pitchFamily="34" charset="0"/>
              </a:rPr>
              <a:t>Konumsal Dönüşüm</a:t>
            </a:r>
          </a:p>
          <a:p>
            <a:r>
              <a:rPr lang="tr-TR" sz="1800" b="1" dirty="0">
                <a:effectLst>
                  <a:outerShdw blurRad="38100" dist="38100" dir="2700000" algn="tl">
                    <a:srgbClr val="000000">
                      <a:alpha val="43137"/>
                    </a:srgbClr>
                  </a:outerShdw>
                </a:effectLst>
                <a:latin typeface="Calibri" pitchFamily="34" charset="0"/>
                <a:cs typeface="Calibri" pitchFamily="34" charset="0"/>
              </a:rPr>
              <a:t>Değersel Dönüşüm</a:t>
            </a:r>
          </a:p>
          <a:p>
            <a:r>
              <a:rPr lang="tr-TR" sz="1800" b="1" dirty="0">
                <a:effectLst>
                  <a:outerShdw blurRad="38100" dist="38100" dir="2700000" algn="tl">
                    <a:srgbClr val="000000">
                      <a:alpha val="43137"/>
                    </a:srgbClr>
                  </a:outerShdw>
                </a:effectLst>
                <a:latin typeface="Calibri" pitchFamily="34" charset="0"/>
                <a:cs typeface="Calibri" pitchFamily="34" charset="0"/>
              </a:rPr>
              <a:t>Bilgisel Dönüşüm</a:t>
            </a:r>
            <a:endParaRPr lang="tr-TR" sz="1800" dirty="0"/>
          </a:p>
        </p:txBody>
      </p:sp>
      <p:sp>
        <p:nvSpPr>
          <p:cNvPr id="6" name="Ok: Sola Bükülü 5">
            <a:extLst>
              <a:ext uri="{FF2B5EF4-FFF2-40B4-BE49-F238E27FC236}">
                <a16:creationId xmlns:a16="http://schemas.microsoft.com/office/drawing/2014/main" id="{54A8368A-88BC-2DC2-D201-9184236CB73B}"/>
              </a:ext>
            </a:extLst>
          </p:cNvPr>
          <p:cNvSpPr/>
          <p:nvPr/>
        </p:nvSpPr>
        <p:spPr>
          <a:xfrm rot="5400000">
            <a:off x="5139548" y="1078537"/>
            <a:ext cx="2101409" cy="8525681"/>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Tree>
    <p:extLst>
      <p:ext uri="{BB962C8B-B14F-4D97-AF65-F5344CB8AC3E}">
        <p14:creationId xmlns:p14="http://schemas.microsoft.com/office/powerpoint/2010/main" val="1664189835"/>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p:bldP spid="14" grpId="0"/>
      <p:bldP spid="15" grpId="0"/>
      <p:bldP spid="17" grpId="0"/>
      <p:bldP spid="18" grpId="0"/>
      <p:bldP spid="19" grpId="0"/>
      <p:bldP spid="20" grpId="0"/>
      <p:bldP spid="23" grpId="0" animBg="1"/>
      <p:bldP spid="2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 name="Rectangle 48">
            <a:extLst>
              <a:ext uri="{FF2B5EF4-FFF2-40B4-BE49-F238E27FC236}">
                <a16:creationId xmlns:a16="http://schemas.microsoft.com/office/drawing/2014/main" id="{233F6408-E1FB-40EE-933F-488D38CCC7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5" name="Freeform 23">
            <a:extLst>
              <a:ext uri="{FF2B5EF4-FFF2-40B4-BE49-F238E27FC236}">
                <a16:creationId xmlns:a16="http://schemas.microsoft.com/office/drawing/2014/main" id="{F055C0C5-567C-4C02-83F3-B427BC7406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Başlık 1">
            <a:extLst>
              <a:ext uri="{FF2B5EF4-FFF2-40B4-BE49-F238E27FC236}">
                <a16:creationId xmlns:a16="http://schemas.microsoft.com/office/drawing/2014/main" id="{209A5888-F06D-4168-960B-53B349F97D6A}"/>
              </a:ext>
            </a:extLst>
          </p:cNvPr>
          <p:cNvSpPr>
            <a:spLocks noGrp="1"/>
          </p:cNvSpPr>
          <p:nvPr>
            <p:ph type="title"/>
          </p:nvPr>
        </p:nvSpPr>
        <p:spPr>
          <a:xfrm>
            <a:off x="838200" y="365125"/>
            <a:ext cx="3200400" cy="1325563"/>
          </a:xfrm>
        </p:spPr>
        <p:txBody>
          <a:bodyPr vert="horz" lIns="91440" tIns="45720" rIns="91440" bIns="45720" rtlCol="0">
            <a:normAutofit/>
          </a:bodyPr>
          <a:lstStyle/>
          <a:p>
            <a:r>
              <a:rPr lang="tr-TR" sz="3200"/>
              <a:t>Süreç Planlama</a:t>
            </a:r>
            <a:endParaRPr lang="en-US" sz="3200"/>
          </a:p>
        </p:txBody>
      </p:sp>
      <p:sp>
        <p:nvSpPr>
          <p:cNvPr id="46" name="Content Placeholder 45">
            <a:extLst>
              <a:ext uri="{FF2B5EF4-FFF2-40B4-BE49-F238E27FC236}">
                <a16:creationId xmlns:a16="http://schemas.microsoft.com/office/drawing/2014/main" id="{5BCF962C-81FE-47A1-9961-1DF033FFB136}"/>
              </a:ext>
            </a:extLst>
          </p:cNvPr>
          <p:cNvSpPr>
            <a:spLocks noGrp="1"/>
          </p:cNvSpPr>
          <p:nvPr>
            <p:ph idx="1"/>
          </p:nvPr>
        </p:nvSpPr>
        <p:spPr>
          <a:xfrm>
            <a:off x="838201" y="1825625"/>
            <a:ext cx="3200400" cy="4351338"/>
          </a:xfrm>
        </p:spPr>
        <p:txBody>
          <a:bodyPr>
            <a:normAutofit/>
          </a:bodyPr>
          <a:lstStyle/>
          <a:p>
            <a:endParaRPr lang="en-US" sz="1800"/>
          </a:p>
        </p:txBody>
      </p:sp>
      <p:sp>
        <p:nvSpPr>
          <p:cNvPr id="53" name="Rounded Rectangle 17">
            <a:extLst>
              <a:ext uri="{FF2B5EF4-FFF2-40B4-BE49-F238E27FC236}">
                <a16:creationId xmlns:a16="http://schemas.microsoft.com/office/drawing/2014/main" id="{E48B6BD6-5DED-4B86-A4B3-D35037F68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8945" y="958640"/>
            <a:ext cx="6269591" cy="4945244"/>
          </a:xfrm>
          <a:prstGeom prst="roundRect">
            <a:avLst>
              <a:gd name="adj" fmla="val 3513"/>
            </a:avLst>
          </a:prstGeom>
          <a:solidFill>
            <a:srgbClr val="FFFFFF"/>
          </a:solidFill>
          <a:ln w="15875">
            <a:solidFill>
              <a:srgbClr val="89765E"/>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çerik Yer Tutucusu 7">
            <a:extLst>
              <a:ext uri="{FF2B5EF4-FFF2-40B4-BE49-F238E27FC236}">
                <a16:creationId xmlns:a16="http://schemas.microsoft.com/office/drawing/2014/main" id="{DC05EB60-8EE0-442D-A70F-A18531BF4AAF}"/>
              </a:ext>
            </a:extLst>
          </p:cNvPr>
          <p:cNvPicPr>
            <a:picLocks noChangeAspect="1"/>
          </p:cNvPicPr>
          <p:nvPr/>
        </p:nvPicPr>
        <p:blipFill rotWithShape="1">
          <a:blip r:embed="rId2"/>
          <a:srcRect l="214" r="8631"/>
          <a:stretch/>
        </p:blipFill>
        <p:spPr>
          <a:xfrm>
            <a:off x="5603706" y="1258529"/>
            <a:ext cx="5638853" cy="4330205"/>
          </a:xfrm>
          <a:prstGeom prst="rect">
            <a:avLst/>
          </a:prstGeom>
        </p:spPr>
      </p:pic>
    </p:spTree>
    <p:extLst>
      <p:ext uri="{BB962C8B-B14F-4D97-AF65-F5344CB8AC3E}">
        <p14:creationId xmlns:p14="http://schemas.microsoft.com/office/powerpoint/2010/main" val="577087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8E89D5E-1885-4160-AC77-CC471DD1D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600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D8A57715-746C-451E-B04F-C203CBE6EED1}"/>
              </a:ext>
            </a:extLst>
          </p:cNvPr>
          <p:cNvSpPr>
            <a:spLocks noGrp="1"/>
          </p:cNvSpPr>
          <p:nvPr>
            <p:ph type="title"/>
          </p:nvPr>
        </p:nvSpPr>
        <p:spPr>
          <a:xfrm>
            <a:off x="943277" y="712269"/>
            <a:ext cx="3370998" cy="5502264"/>
          </a:xfrm>
        </p:spPr>
        <p:txBody>
          <a:bodyPr>
            <a:normAutofit/>
          </a:bodyPr>
          <a:lstStyle/>
          <a:p>
            <a:r>
              <a:rPr lang="tr-TR" b="1" dirty="0">
                <a:solidFill>
                  <a:srgbClr val="FFFFFF"/>
                </a:solidFill>
              </a:rPr>
              <a:t>Süreçlerin Sorumluluk Standartları için Genel Kurallar</a:t>
            </a:r>
            <a:endParaRPr lang="tr-TR" dirty="0">
              <a:solidFill>
                <a:srgbClr val="FFFFFF"/>
              </a:solidFill>
            </a:endParaRPr>
          </a:p>
        </p:txBody>
      </p:sp>
      <p:cxnSp>
        <p:nvCxnSpPr>
          <p:cNvPr id="12" name="Straight Connector 11">
            <a:extLst>
              <a:ext uri="{FF2B5EF4-FFF2-40B4-BE49-F238E27FC236}">
                <a16:creationId xmlns:a16="http://schemas.microsoft.com/office/drawing/2014/main" id="{550D2BD1-98F9-412D-905B-3A843EF4078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2971800"/>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graphicFrame>
        <p:nvGraphicFramePr>
          <p:cNvPr id="5" name="İçerik Yer Tutucusu 2">
            <a:extLst>
              <a:ext uri="{FF2B5EF4-FFF2-40B4-BE49-F238E27FC236}">
                <a16:creationId xmlns:a16="http://schemas.microsoft.com/office/drawing/2014/main" id="{57CC56C3-7C13-4678-AB44-598C856579A5}"/>
              </a:ext>
            </a:extLst>
          </p:cNvPr>
          <p:cNvGraphicFramePr>
            <a:graphicFrameLocks noGrp="1"/>
          </p:cNvGraphicFramePr>
          <p:nvPr>
            <p:ph idx="1"/>
            <p:extLst>
              <p:ext uri="{D42A27DB-BD31-4B8C-83A1-F6EECF244321}">
                <p14:modId xmlns:p14="http://schemas.microsoft.com/office/powerpoint/2010/main" val="1817400701"/>
              </p:ext>
            </p:extLst>
          </p:nvPr>
        </p:nvGraphicFramePr>
        <p:xfrm>
          <a:off x="5280025" y="642938"/>
          <a:ext cx="6269038" cy="5572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97650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D8A57715-746C-451E-B04F-C203CBE6EED1}"/>
              </a:ext>
            </a:extLst>
          </p:cNvPr>
          <p:cNvSpPr>
            <a:spLocks noGrp="1"/>
          </p:cNvSpPr>
          <p:nvPr>
            <p:ph type="title"/>
          </p:nvPr>
        </p:nvSpPr>
        <p:spPr>
          <a:xfrm>
            <a:off x="943277" y="712269"/>
            <a:ext cx="3370998" cy="5502264"/>
          </a:xfrm>
        </p:spPr>
        <p:style>
          <a:lnRef idx="2">
            <a:schemeClr val="accent1">
              <a:shade val="50000"/>
            </a:schemeClr>
          </a:lnRef>
          <a:fillRef idx="1">
            <a:schemeClr val="accent1"/>
          </a:fillRef>
          <a:effectRef idx="0">
            <a:schemeClr val="accent1"/>
          </a:effectRef>
          <a:fontRef idx="minor">
            <a:schemeClr val="lt1"/>
          </a:fontRef>
        </p:style>
        <p:txBody>
          <a:bodyPr>
            <a:normAutofit/>
          </a:bodyPr>
          <a:lstStyle/>
          <a:p>
            <a:r>
              <a:rPr lang="tr-TR" b="1" dirty="0">
                <a:solidFill>
                  <a:schemeClr val="bg1"/>
                </a:solidFill>
              </a:rPr>
              <a:t>Süreçlerin Sorumluluk Standartları için Genel Kurallar</a:t>
            </a:r>
            <a:endParaRPr lang="tr-TR" dirty="0">
              <a:solidFill>
                <a:schemeClr val="bg1"/>
              </a:solidFill>
            </a:endParaRPr>
          </a:p>
        </p:txBody>
      </p:sp>
      <p:graphicFrame>
        <p:nvGraphicFramePr>
          <p:cNvPr id="5" name="İçerik Yer Tutucusu 2">
            <a:extLst>
              <a:ext uri="{FF2B5EF4-FFF2-40B4-BE49-F238E27FC236}">
                <a16:creationId xmlns:a16="http://schemas.microsoft.com/office/drawing/2014/main" id="{57CC56C3-7C13-4678-AB44-598C856579A5}"/>
              </a:ext>
            </a:extLst>
          </p:cNvPr>
          <p:cNvGraphicFramePr>
            <a:graphicFrameLocks noGrp="1"/>
          </p:cNvGraphicFramePr>
          <p:nvPr>
            <p:ph idx="1"/>
            <p:extLst>
              <p:ext uri="{D42A27DB-BD31-4B8C-83A1-F6EECF244321}">
                <p14:modId xmlns:p14="http://schemas.microsoft.com/office/powerpoint/2010/main" val="3449134874"/>
              </p:ext>
            </p:extLst>
          </p:nvPr>
        </p:nvGraphicFramePr>
        <p:xfrm>
          <a:off x="5280025" y="642938"/>
          <a:ext cx="6269038" cy="55721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8316948"/>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D8A57715-746C-451E-B04F-C203CBE6EED1}"/>
              </a:ext>
            </a:extLst>
          </p:cNvPr>
          <p:cNvSpPr>
            <a:spLocks noGrp="1"/>
          </p:cNvSpPr>
          <p:nvPr>
            <p:ph type="title"/>
          </p:nvPr>
        </p:nvSpPr>
        <p:spPr>
          <a:xfrm>
            <a:off x="943277" y="712269"/>
            <a:ext cx="3370998" cy="5502264"/>
          </a:xfrm>
        </p:spPr>
        <p:style>
          <a:lnRef idx="2">
            <a:schemeClr val="accent1">
              <a:shade val="50000"/>
            </a:schemeClr>
          </a:lnRef>
          <a:fillRef idx="1">
            <a:schemeClr val="accent1"/>
          </a:fillRef>
          <a:effectRef idx="0">
            <a:schemeClr val="accent1"/>
          </a:effectRef>
          <a:fontRef idx="minor">
            <a:schemeClr val="lt1"/>
          </a:fontRef>
        </p:style>
        <p:txBody>
          <a:bodyPr>
            <a:normAutofit/>
          </a:bodyPr>
          <a:lstStyle/>
          <a:p>
            <a:r>
              <a:rPr lang="tr-TR" b="1" dirty="0">
                <a:solidFill>
                  <a:schemeClr val="bg1"/>
                </a:solidFill>
              </a:rPr>
              <a:t>Süreçlerin Sorumluluk Standartları için Genel Kurallar</a:t>
            </a:r>
            <a:endParaRPr lang="tr-TR" dirty="0">
              <a:solidFill>
                <a:schemeClr val="bg1"/>
              </a:solidFill>
            </a:endParaRPr>
          </a:p>
        </p:txBody>
      </p:sp>
      <p:graphicFrame>
        <p:nvGraphicFramePr>
          <p:cNvPr id="5" name="İçerik Yer Tutucusu 2">
            <a:extLst>
              <a:ext uri="{FF2B5EF4-FFF2-40B4-BE49-F238E27FC236}">
                <a16:creationId xmlns:a16="http://schemas.microsoft.com/office/drawing/2014/main" id="{57CC56C3-7C13-4678-AB44-598C856579A5}"/>
              </a:ext>
            </a:extLst>
          </p:cNvPr>
          <p:cNvGraphicFramePr>
            <a:graphicFrameLocks noGrp="1"/>
          </p:cNvGraphicFramePr>
          <p:nvPr>
            <p:ph idx="1"/>
            <p:extLst>
              <p:ext uri="{D42A27DB-BD31-4B8C-83A1-F6EECF244321}">
                <p14:modId xmlns:p14="http://schemas.microsoft.com/office/powerpoint/2010/main" val="3989467565"/>
              </p:ext>
            </p:extLst>
          </p:nvPr>
        </p:nvGraphicFramePr>
        <p:xfrm>
          <a:off x="5280025" y="642938"/>
          <a:ext cx="6269038" cy="5572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2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Freeform: Shape 9">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Unvan 1">
            <a:extLst>
              <a:ext uri="{FF2B5EF4-FFF2-40B4-BE49-F238E27FC236}">
                <a16:creationId xmlns:a16="http://schemas.microsoft.com/office/drawing/2014/main" id="{9DFB7A94-B2B7-475A-83C0-45B99AEA98E4}"/>
              </a:ext>
            </a:extLst>
          </p:cNvPr>
          <p:cNvSpPr>
            <a:spLocks noGrp="1"/>
          </p:cNvSpPr>
          <p:nvPr>
            <p:ph type="title"/>
          </p:nvPr>
        </p:nvSpPr>
        <p:spPr>
          <a:xfrm>
            <a:off x="863029" y="1012004"/>
            <a:ext cx="3416158" cy="4795408"/>
          </a:xfrm>
        </p:spPr>
        <p:txBody>
          <a:bodyPr>
            <a:normAutofit/>
          </a:bodyPr>
          <a:lstStyle/>
          <a:p>
            <a:r>
              <a:rPr lang="tr-TR" dirty="0">
                <a:solidFill>
                  <a:srgbClr val="FFFFFF"/>
                </a:solidFill>
              </a:rPr>
              <a:t>Proses Bölümlemede Yöntemler</a:t>
            </a:r>
          </a:p>
        </p:txBody>
      </p:sp>
      <p:graphicFrame>
        <p:nvGraphicFramePr>
          <p:cNvPr id="15" name="İçerik Yer Tutucusu 2">
            <a:extLst>
              <a:ext uri="{FF2B5EF4-FFF2-40B4-BE49-F238E27FC236}">
                <a16:creationId xmlns:a16="http://schemas.microsoft.com/office/drawing/2014/main" id="{AA13293D-46B5-4CF7-B6F9-9402F919FA27}"/>
              </a:ext>
            </a:extLst>
          </p:cNvPr>
          <p:cNvGraphicFramePr>
            <a:graphicFrameLocks noGrp="1"/>
          </p:cNvGraphicFramePr>
          <p:nvPr>
            <p:ph idx="1"/>
            <p:extLst>
              <p:ext uri="{D42A27DB-BD31-4B8C-83A1-F6EECF244321}">
                <p14:modId xmlns:p14="http://schemas.microsoft.com/office/powerpoint/2010/main" val="3703960836"/>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50837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Unvan 1">
            <a:extLst>
              <a:ext uri="{FF2B5EF4-FFF2-40B4-BE49-F238E27FC236}">
                <a16:creationId xmlns:a16="http://schemas.microsoft.com/office/drawing/2014/main" id="{5BA1CAA2-9C2B-4092-9B3B-D9A59ED52863}"/>
              </a:ext>
            </a:extLst>
          </p:cNvPr>
          <p:cNvSpPr>
            <a:spLocks noGrp="1"/>
          </p:cNvSpPr>
          <p:nvPr>
            <p:ph type="title"/>
          </p:nvPr>
        </p:nvSpPr>
        <p:spPr>
          <a:xfrm>
            <a:off x="863029" y="1012004"/>
            <a:ext cx="3416158" cy="4795408"/>
          </a:xfrm>
        </p:spPr>
        <p:txBody>
          <a:bodyPr>
            <a:normAutofit/>
          </a:bodyPr>
          <a:lstStyle/>
          <a:p>
            <a:r>
              <a:rPr lang="tr-TR" dirty="0">
                <a:solidFill>
                  <a:srgbClr val="FFFFFF"/>
                </a:solidFill>
              </a:rPr>
              <a:t>ÖRNEK Bu Süreç Ne Yapar Tanımlama Standardı</a:t>
            </a:r>
          </a:p>
        </p:txBody>
      </p:sp>
      <p:graphicFrame>
        <p:nvGraphicFramePr>
          <p:cNvPr id="5" name="İçerik Yer Tutucusu 2">
            <a:extLst>
              <a:ext uri="{FF2B5EF4-FFF2-40B4-BE49-F238E27FC236}">
                <a16:creationId xmlns:a16="http://schemas.microsoft.com/office/drawing/2014/main" id="{9B988A81-FCEA-46BA-8585-6286EDEA08F7}"/>
              </a:ext>
            </a:extLst>
          </p:cNvPr>
          <p:cNvGraphicFramePr>
            <a:graphicFrameLocks noGrp="1"/>
          </p:cNvGraphicFramePr>
          <p:nvPr>
            <p:ph idx="1"/>
            <p:extLst>
              <p:ext uri="{D42A27DB-BD31-4B8C-83A1-F6EECF244321}">
                <p14:modId xmlns:p14="http://schemas.microsoft.com/office/powerpoint/2010/main" val="2389689317"/>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71125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9DFB7A94-B2B7-475A-83C0-45B99AEA98E4}"/>
              </a:ext>
            </a:extLst>
          </p:cNvPr>
          <p:cNvSpPr>
            <a:spLocks noGrp="1"/>
          </p:cNvSpPr>
          <p:nvPr>
            <p:ph type="title"/>
          </p:nvPr>
        </p:nvSpPr>
        <p:spPr/>
        <p:txBody>
          <a:bodyPr/>
          <a:lstStyle/>
          <a:p>
            <a:r>
              <a:rPr lang="tr-TR" dirty="0"/>
              <a:t>Proses Bölümlemede Yöntemler</a:t>
            </a:r>
          </a:p>
        </p:txBody>
      </p:sp>
      <p:graphicFrame>
        <p:nvGraphicFramePr>
          <p:cNvPr id="4" name="İçerik Yer Tutucusu 3">
            <a:extLst>
              <a:ext uri="{FF2B5EF4-FFF2-40B4-BE49-F238E27FC236}">
                <a16:creationId xmlns:a16="http://schemas.microsoft.com/office/drawing/2014/main" id="{B91E129F-361A-4E59-8447-921C70FFB1D5}"/>
              </a:ext>
            </a:extLst>
          </p:cNvPr>
          <p:cNvGraphicFramePr>
            <a:graphicFrameLocks noGrp="1"/>
          </p:cNvGraphicFramePr>
          <p:nvPr>
            <p:ph idx="1"/>
            <p:extLst>
              <p:ext uri="{D42A27DB-BD31-4B8C-83A1-F6EECF244321}">
                <p14:modId xmlns:p14="http://schemas.microsoft.com/office/powerpoint/2010/main" val="2252519557"/>
              </p:ext>
            </p:extLst>
          </p:nvPr>
        </p:nvGraphicFramePr>
        <p:xfrm>
          <a:off x="838200" y="2389150"/>
          <a:ext cx="10515600" cy="20446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Dikdörtgen 4">
            <a:extLst>
              <a:ext uri="{FF2B5EF4-FFF2-40B4-BE49-F238E27FC236}">
                <a16:creationId xmlns:a16="http://schemas.microsoft.com/office/drawing/2014/main" id="{4B552C9F-4C64-435B-AB15-1029809FE28C}"/>
              </a:ext>
            </a:extLst>
          </p:cNvPr>
          <p:cNvSpPr/>
          <p:nvPr/>
        </p:nvSpPr>
        <p:spPr>
          <a:xfrm>
            <a:off x="838199" y="1471961"/>
            <a:ext cx="5150006"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tr-TR" sz="3600" dirty="0"/>
              <a:t>Prosesin Akışları</a:t>
            </a:r>
          </a:p>
        </p:txBody>
      </p:sp>
      <p:sp>
        <p:nvSpPr>
          <p:cNvPr id="6" name="Ok: Sağ 5">
            <a:extLst>
              <a:ext uri="{FF2B5EF4-FFF2-40B4-BE49-F238E27FC236}">
                <a16:creationId xmlns:a16="http://schemas.microsoft.com/office/drawing/2014/main" id="{D00BAA14-D06A-4735-987B-BB017D14D77B}"/>
              </a:ext>
            </a:extLst>
          </p:cNvPr>
          <p:cNvSpPr/>
          <p:nvPr/>
        </p:nvSpPr>
        <p:spPr>
          <a:xfrm>
            <a:off x="212651" y="2466753"/>
            <a:ext cx="956930" cy="44656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 name="Ok: Sağ 6">
            <a:extLst>
              <a:ext uri="{FF2B5EF4-FFF2-40B4-BE49-F238E27FC236}">
                <a16:creationId xmlns:a16="http://schemas.microsoft.com/office/drawing/2014/main" id="{9781A5AF-3E0B-481E-8CA2-9D484B7F31AC}"/>
              </a:ext>
            </a:extLst>
          </p:cNvPr>
          <p:cNvSpPr/>
          <p:nvPr/>
        </p:nvSpPr>
        <p:spPr>
          <a:xfrm>
            <a:off x="6457507" y="2461197"/>
            <a:ext cx="956930" cy="44656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Ok: Sağ 7">
            <a:extLst>
              <a:ext uri="{FF2B5EF4-FFF2-40B4-BE49-F238E27FC236}">
                <a16:creationId xmlns:a16="http://schemas.microsoft.com/office/drawing/2014/main" id="{5F9B8919-BB65-4CBD-BE17-5693F307D747}"/>
              </a:ext>
            </a:extLst>
          </p:cNvPr>
          <p:cNvSpPr/>
          <p:nvPr/>
        </p:nvSpPr>
        <p:spPr>
          <a:xfrm>
            <a:off x="3250018" y="2466753"/>
            <a:ext cx="956930" cy="44656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Ok: Sağ 8">
            <a:extLst>
              <a:ext uri="{FF2B5EF4-FFF2-40B4-BE49-F238E27FC236}">
                <a16:creationId xmlns:a16="http://schemas.microsoft.com/office/drawing/2014/main" id="{C01ABF8E-C78A-4A53-919E-67AC0BD0FE93}"/>
              </a:ext>
            </a:extLst>
          </p:cNvPr>
          <p:cNvSpPr/>
          <p:nvPr/>
        </p:nvSpPr>
        <p:spPr>
          <a:xfrm>
            <a:off x="9186531" y="2399303"/>
            <a:ext cx="956930" cy="44656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541759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9DFB7A94-B2B7-475A-83C0-45B99AEA98E4}"/>
              </a:ext>
            </a:extLst>
          </p:cNvPr>
          <p:cNvSpPr>
            <a:spLocks noGrp="1"/>
          </p:cNvSpPr>
          <p:nvPr>
            <p:ph type="title"/>
          </p:nvPr>
        </p:nvSpPr>
        <p:spPr/>
        <p:txBody>
          <a:bodyPr/>
          <a:lstStyle/>
          <a:p>
            <a:r>
              <a:rPr lang="tr-TR" dirty="0"/>
              <a:t>Proses Bölümlemede Yöntemler</a:t>
            </a:r>
          </a:p>
        </p:txBody>
      </p:sp>
      <p:sp>
        <p:nvSpPr>
          <p:cNvPr id="3" name="İçerik Yer Tutucusu 2">
            <a:extLst>
              <a:ext uri="{FF2B5EF4-FFF2-40B4-BE49-F238E27FC236}">
                <a16:creationId xmlns:a16="http://schemas.microsoft.com/office/drawing/2014/main" id="{6B6922A4-F65C-4895-8935-9771D7F77B11}"/>
              </a:ext>
            </a:extLst>
          </p:cNvPr>
          <p:cNvSpPr>
            <a:spLocks noGrp="1"/>
          </p:cNvSpPr>
          <p:nvPr>
            <p:ph idx="1"/>
          </p:nvPr>
        </p:nvSpPr>
        <p:spPr>
          <a:xfrm>
            <a:off x="838200" y="1825625"/>
            <a:ext cx="4681654" cy="590931"/>
          </a:xfrm>
        </p:spPr>
        <p:style>
          <a:lnRef idx="0">
            <a:schemeClr val="accent2"/>
          </a:lnRef>
          <a:fillRef idx="3">
            <a:schemeClr val="accent2"/>
          </a:fillRef>
          <a:effectRef idx="3">
            <a:schemeClr val="accent2"/>
          </a:effectRef>
          <a:fontRef idx="minor">
            <a:schemeClr val="lt1"/>
          </a:fontRef>
        </p:style>
        <p:txBody>
          <a:bodyPr wrap="square">
            <a:spAutoFit/>
          </a:bodyPr>
          <a:lstStyle/>
          <a:p>
            <a:pPr marL="0"/>
            <a:r>
              <a:rPr lang="tr-TR" sz="3600" dirty="0">
                <a:solidFill>
                  <a:schemeClr val="lt1"/>
                </a:solidFill>
              </a:rPr>
              <a:t>Prosesin Parçaları</a:t>
            </a:r>
          </a:p>
        </p:txBody>
      </p:sp>
      <p:graphicFrame>
        <p:nvGraphicFramePr>
          <p:cNvPr id="5" name="Diyagram 4">
            <a:extLst>
              <a:ext uri="{FF2B5EF4-FFF2-40B4-BE49-F238E27FC236}">
                <a16:creationId xmlns:a16="http://schemas.microsoft.com/office/drawing/2014/main" id="{BC7F6739-D206-441D-A186-72B47036E5E4}"/>
              </a:ext>
            </a:extLst>
          </p:cNvPr>
          <p:cNvGraphicFramePr/>
          <p:nvPr>
            <p:extLst>
              <p:ext uri="{D42A27DB-BD31-4B8C-83A1-F6EECF244321}">
                <p14:modId xmlns:p14="http://schemas.microsoft.com/office/powerpoint/2010/main" val="328876186"/>
              </p:ext>
            </p:extLst>
          </p:nvPr>
        </p:nvGraphicFramePr>
        <p:xfrm>
          <a:off x="2031999" y="2658140"/>
          <a:ext cx="9068391" cy="34801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2405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9DFB7A94-B2B7-475A-83C0-45B99AEA98E4}"/>
              </a:ext>
            </a:extLst>
          </p:cNvPr>
          <p:cNvSpPr>
            <a:spLocks noGrp="1"/>
          </p:cNvSpPr>
          <p:nvPr>
            <p:ph type="title"/>
          </p:nvPr>
        </p:nvSpPr>
        <p:spPr/>
        <p:txBody>
          <a:bodyPr/>
          <a:lstStyle/>
          <a:p>
            <a:r>
              <a:rPr lang="tr-TR" dirty="0"/>
              <a:t>Proses Bölümlemede Yöntemler</a:t>
            </a:r>
          </a:p>
        </p:txBody>
      </p:sp>
      <p:sp>
        <p:nvSpPr>
          <p:cNvPr id="3" name="İçerik Yer Tutucusu 2">
            <a:extLst>
              <a:ext uri="{FF2B5EF4-FFF2-40B4-BE49-F238E27FC236}">
                <a16:creationId xmlns:a16="http://schemas.microsoft.com/office/drawing/2014/main" id="{6B6922A4-F65C-4895-8935-9771D7F77B11}"/>
              </a:ext>
            </a:extLst>
          </p:cNvPr>
          <p:cNvSpPr>
            <a:spLocks noGrp="1"/>
          </p:cNvSpPr>
          <p:nvPr>
            <p:ph idx="1"/>
          </p:nvPr>
        </p:nvSpPr>
        <p:spPr>
          <a:xfrm>
            <a:off x="838200" y="1825625"/>
            <a:ext cx="4412238" cy="590931"/>
          </a:xfrm>
        </p:spPr>
        <p:style>
          <a:lnRef idx="0">
            <a:schemeClr val="accent2"/>
          </a:lnRef>
          <a:fillRef idx="3">
            <a:schemeClr val="accent2"/>
          </a:fillRef>
          <a:effectRef idx="3">
            <a:schemeClr val="accent2"/>
          </a:effectRef>
          <a:fontRef idx="minor">
            <a:schemeClr val="lt1"/>
          </a:fontRef>
        </p:style>
        <p:txBody>
          <a:bodyPr vert="horz" wrap="square" lIns="91440" tIns="45720" rIns="91440" bIns="45720" rtlCol="0">
            <a:spAutoFit/>
          </a:bodyPr>
          <a:lstStyle/>
          <a:p>
            <a:pPr marL="0"/>
            <a:r>
              <a:rPr lang="tr-TR" sz="3600" dirty="0">
                <a:solidFill>
                  <a:schemeClr val="lt1"/>
                </a:solidFill>
              </a:rPr>
              <a:t>Prosesin Kaynakları</a:t>
            </a:r>
          </a:p>
        </p:txBody>
      </p:sp>
      <p:grpSp>
        <p:nvGrpSpPr>
          <p:cNvPr id="5" name="Grup 4">
            <a:extLst>
              <a:ext uri="{FF2B5EF4-FFF2-40B4-BE49-F238E27FC236}">
                <a16:creationId xmlns:a16="http://schemas.microsoft.com/office/drawing/2014/main" id="{E571133F-D0BF-44C6-A7F0-CD902D00067B}"/>
              </a:ext>
            </a:extLst>
          </p:cNvPr>
          <p:cNvGrpSpPr/>
          <p:nvPr/>
        </p:nvGrpSpPr>
        <p:grpSpPr>
          <a:xfrm>
            <a:off x="3049007" y="2754798"/>
            <a:ext cx="2201431" cy="880572"/>
            <a:chOff x="2694010" y="1299810"/>
            <a:chExt cx="2201431" cy="880572"/>
          </a:xfrm>
        </p:grpSpPr>
        <p:sp>
          <p:nvSpPr>
            <p:cNvPr id="12" name="Ok: Köşeli Çift Ayraç 11">
              <a:extLst>
                <a:ext uri="{FF2B5EF4-FFF2-40B4-BE49-F238E27FC236}">
                  <a16:creationId xmlns:a16="http://schemas.microsoft.com/office/drawing/2014/main" id="{F9CCC7B8-317C-482D-8A93-2EB526E01CA9}"/>
                </a:ext>
              </a:extLst>
            </p:cNvPr>
            <p:cNvSpPr/>
            <p:nvPr/>
          </p:nvSpPr>
          <p:spPr>
            <a:xfrm>
              <a:off x="2694010" y="1299810"/>
              <a:ext cx="2201431" cy="880572"/>
            </a:xfrm>
            <a:prstGeom prst="chevron">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tr-TR"/>
            </a:p>
          </p:txBody>
        </p:sp>
        <p:sp>
          <p:nvSpPr>
            <p:cNvPr id="13" name="Ok: Köşeli Çift Ayraç 6">
              <a:extLst>
                <a:ext uri="{FF2B5EF4-FFF2-40B4-BE49-F238E27FC236}">
                  <a16:creationId xmlns:a16="http://schemas.microsoft.com/office/drawing/2014/main" id="{86183747-EF0F-495D-8C71-0FA57B5D318C}"/>
                </a:ext>
              </a:extLst>
            </p:cNvPr>
            <p:cNvSpPr txBox="1"/>
            <p:nvPr/>
          </p:nvSpPr>
          <p:spPr>
            <a:xfrm>
              <a:off x="3134296" y="1299810"/>
              <a:ext cx="1320859" cy="88057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İnsan</a:t>
              </a:r>
            </a:p>
          </p:txBody>
        </p:sp>
      </p:grpSp>
      <p:grpSp>
        <p:nvGrpSpPr>
          <p:cNvPr id="6" name="Grup 5">
            <a:extLst>
              <a:ext uri="{FF2B5EF4-FFF2-40B4-BE49-F238E27FC236}">
                <a16:creationId xmlns:a16="http://schemas.microsoft.com/office/drawing/2014/main" id="{01437A22-BA7D-4DE3-BC00-47D55B59FF4D}"/>
              </a:ext>
            </a:extLst>
          </p:cNvPr>
          <p:cNvGrpSpPr/>
          <p:nvPr/>
        </p:nvGrpSpPr>
        <p:grpSpPr>
          <a:xfrm>
            <a:off x="3049007" y="3884594"/>
            <a:ext cx="2201431" cy="880572"/>
            <a:chOff x="4587242" y="1299810"/>
            <a:chExt cx="2201431" cy="880572"/>
          </a:xfrm>
        </p:grpSpPr>
        <p:sp>
          <p:nvSpPr>
            <p:cNvPr id="10" name="Ok: Köşeli Çift Ayraç 9">
              <a:extLst>
                <a:ext uri="{FF2B5EF4-FFF2-40B4-BE49-F238E27FC236}">
                  <a16:creationId xmlns:a16="http://schemas.microsoft.com/office/drawing/2014/main" id="{713481F8-F432-4150-8273-B4B5C4158DB6}"/>
                </a:ext>
              </a:extLst>
            </p:cNvPr>
            <p:cNvSpPr/>
            <p:nvPr/>
          </p:nvSpPr>
          <p:spPr>
            <a:xfrm>
              <a:off x="4587242" y="1299810"/>
              <a:ext cx="2201431" cy="880572"/>
            </a:xfrm>
            <a:prstGeom prst="chevron">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tr-TR"/>
            </a:p>
          </p:txBody>
        </p:sp>
        <p:sp>
          <p:nvSpPr>
            <p:cNvPr id="11" name="Ok: Köşeli Çift Ayraç 8">
              <a:extLst>
                <a:ext uri="{FF2B5EF4-FFF2-40B4-BE49-F238E27FC236}">
                  <a16:creationId xmlns:a16="http://schemas.microsoft.com/office/drawing/2014/main" id="{4B4F433F-A680-423E-A505-E885A7C502E5}"/>
                </a:ext>
              </a:extLst>
            </p:cNvPr>
            <p:cNvSpPr txBox="1"/>
            <p:nvPr/>
          </p:nvSpPr>
          <p:spPr>
            <a:xfrm>
              <a:off x="5027528" y="1299810"/>
              <a:ext cx="1320859" cy="88057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Taşınır</a:t>
              </a:r>
            </a:p>
          </p:txBody>
        </p:sp>
      </p:grpSp>
      <p:grpSp>
        <p:nvGrpSpPr>
          <p:cNvPr id="7" name="Grup 6">
            <a:extLst>
              <a:ext uri="{FF2B5EF4-FFF2-40B4-BE49-F238E27FC236}">
                <a16:creationId xmlns:a16="http://schemas.microsoft.com/office/drawing/2014/main" id="{8EC8A27C-A643-4289-911E-57A198A5C987}"/>
              </a:ext>
            </a:extLst>
          </p:cNvPr>
          <p:cNvGrpSpPr/>
          <p:nvPr/>
        </p:nvGrpSpPr>
        <p:grpSpPr>
          <a:xfrm>
            <a:off x="3049007" y="5014390"/>
            <a:ext cx="2201431" cy="880572"/>
            <a:chOff x="6480473" y="1299810"/>
            <a:chExt cx="2201431" cy="880572"/>
          </a:xfrm>
        </p:grpSpPr>
        <p:sp>
          <p:nvSpPr>
            <p:cNvPr id="8" name="Ok: Köşeli Çift Ayraç 7">
              <a:extLst>
                <a:ext uri="{FF2B5EF4-FFF2-40B4-BE49-F238E27FC236}">
                  <a16:creationId xmlns:a16="http://schemas.microsoft.com/office/drawing/2014/main" id="{DAFC367B-120F-4506-810F-19244F838DD0}"/>
                </a:ext>
              </a:extLst>
            </p:cNvPr>
            <p:cNvSpPr/>
            <p:nvPr/>
          </p:nvSpPr>
          <p:spPr>
            <a:xfrm>
              <a:off x="6480473" y="1299810"/>
              <a:ext cx="2201431" cy="880572"/>
            </a:xfrm>
            <a:prstGeom prst="chevron">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tr-TR"/>
            </a:p>
          </p:txBody>
        </p:sp>
        <p:sp>
          <p:nvSpPr>
            <p:cNvPr id="9" name="Ok: Köşeli Çift Ayraç 10">
              <a:extLst>
                <a:ext uri="{FF2B5EF4-FFF2-40B4-BE49-F238E27FC236}">
                  <a16:creationId xmlns:a16="http://schemas.microsoft.com/office/drawing/2014/main" id="{6AF69CD1-FB60-4102-B389-8393A42A36F3}"/>
                </a:ext>
              </a:extLst>
            </p:cNvPr>
            <p:cNvSpPr txBox="1"/>
            <p:nvPr/>
          </p:nvSpPr>
          <p:spPr>
            <a:xfrm>
              <a:off x="6920759" y="1299810"/>
              <a:ext cx="1320859" cy="88057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Taşınmaz</a:t>
              </a:r>
            </a:p>
          </p:txBody>
        </p:sp>
      </p:grpSp>
    </p:spTree>
    <p:extLst>
      <p:ext uri="{BB962C8B-B14F-4D97-AF65-F5344CB8AC3E}">
        <p14:creationId xmlns:p14="http://schemas.microsoft.com/office/powerpoint/2010/main" val="397459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9DFB7A94-B2B7-475A-83C0-45B99AEA98E4}"/>
              </a:ext>
            </a:extLst>
          </p:cNvPr>
          <p:cNvSpPr>
            <a:spLocks noGrp="1"/>
          </p:cNvSpPr>
          <p:nvPr>
            <p:ph type="title"/>
          </p:nvPr>
        </p:nvSpPr>
        <p:spPr/>
        <p:txBody>
          <a:bodyPr/>
          <a:lstStyle/>
          <a:p>
            <a:r>
              <a:rPr lang="tr-TR" dirty="0"/>
              <a:t>Proses Bölümlemede Yöntemler</a:t>
            </a:r>
          </a:p>
        </p:txBody>
      </p:sp>
      <p:sp>
        <p:nvSpPr>
          <p:cNvPr id="3" name="İçerik Yer Tutucusu 2">
            <a:extLst>
              <a:ext uri="{FF2B5EF4-FFF2-40B4-BE49-F238E27FC236}">
                <a16:creationId xmlns:a16="http://schemas.microsoft.com/office/drawing/2014/main" id="{6B6922A4-F65C-4895-8935-9771D7F77B11}"/>
              </a:ext>
            </a:extLst>
          </p:cNvPr>
          <p:cNvSpPr>
            <a:spLocks noGrp="1"/>
          </p:cNvSpPr>
          <p:nvPr>
            <p:ph idx="1"/>
          </p:nvPr>
        </p:nvSpPr>
        <p:spPr>
          <a:xfrm>
            <a:off x="838200" y="1825625"/>
            <a:ext cx="4614746" cy="590931"/>
          </a:xfrm>
        </p:spPr>
        <p:style>
          <a:lnRef idx="0">
            <a:schemeClr val="accent2"/>
          </a:lnRef>
          <a:fillRef idx="3">
            <a:schemeClr val="accent2"/>
          </a:fillRef>
          <a:effectRef idx="3">
            <a:schemeClr val="accent2"/>
          </a:effectRef>
          <a:fontRef idx="minor">
            <a:schemeClr val="lt1"/>
          </a:fontRef>
        </p:style>
        <p:txBody>
          <a:bodyPr vert="horz" wrap="square" lIns="91440" tIns="45720" rIns="91440" bIns="45720" rtlCol="0">
            <a:spAutoFit/>
          </a:bodyPr>
          <a:lstStyle/>
          <a:p>
            <a:pPr marL="0"/>
            <a:r>
              <a:rPr lang="tr-TR" sz="3600" dirty="0">
                <a:solidFill>
                  <a:schemeClr val="lt1"/>
                </a:solidFill>
              </a:rPr>
              <a:t>Prosesin Değerleri</a:t>
            </a:r>
          </a:p>
        </p:txBody>
      </p:sp>
      <p:grpSp>
        <p:nvGrpSpPr>
          <p:cNvPr id="4" name="Grup 3">
            <a:extLst>
              <a:ext uri="{FF2B5EF4-FFF2-40B4-BE49-F238E27FC236}">
                <a16:creationId xmlns:a16="http://schemas.microsoft.com/office/drawing/2014/main" id="{B96E24E1-A7F4-489B-A4A1-3E754AEDF7CF}"/>
              </a:ext>
            </a:extLst>
          </p:cNvPr>
          <p:cNvGrpSpPr/>
          <p:nvPr/>
        </p:nvGrpSpPr>
        <p:grpSpPr>
          <a:xfrm>
            <a:off x="3049007" y="2754798"/>
            <a:ext cx="2201431" cy="880572"/>
            <a:chOff x="2694010" y="1299810"/>
            <a:chExt cx="2201431" cy="880572"/>
          </a:xfrm>
        </p:grpSpPr>
        <p:sp>
          <p:nvSpPr>
            <p:cNvPr id="5" name="Ok: Köşeli Çift Ayraç 4">
              <a:extLst>
                <a:ext uri="{FF2B5EF4-FFF2-40B4-BE49-F238E27FC236}">
                  <a16:creationId xmlns:a16="http://schemas.microsoft.com/office/drawing/2014/main" id="{4B9E9F31-54D5-4DE8-BD6C-DC36BE4A031F}"/>
                </a:ext>
              </a:extLst>
            </p:cNvPr>
            <p:cNvSpPr/>
            <p:nvPr/>
          </p:nvSpPr>
          <p:spPr>
            <a:xfrm>
              <a:off x="2694010" y="1299810"/>
              <a:ext cx="2201431" cy="880572"/>
            </a:xfrm>
            <a:prstGeom prst="chevron">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tr-TR"/>
            </a:p>
          </p:txBody>
        </p:sp>
        <p:sp>
          <p:nvSpPr>
            <p:cNvPr id="6" name="Ok: Köşeli Çift Ayraç 6">
              <a:extLst>
                <a:ext uri="{FF2B5EF4-FFF2-40B4-BE49-F238E27FC236}">
                  <a16:creationId xmlns:a16="http://schemas.microsoft.com/office/drawing/2014/main" id="{42F1A618-4D62-4C92-85B9-A352B357594F}"/>
                </a:ext>
              </a:extLst>
            </p:cNvPr>
            <p:cNvSpPr txBox="1"/>
            <p:nvPr/>
          </p:nvSpPr>
          <p:spPr>
            <a:xfrm>
              <a:off x="3134296" y="1299810"/>
              <a:ext cx="1320859" cy="88057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Kalite</a:t>
              </a:r>
            </a:p>
          </p:txBody>
        </p:sp>
      </p:grpSp>
      <p:grpSp>
        <p:nvGrpSpPr>
          <p:cNvPr id="7" name="Grup 6">
            <a:extLst>
              <a:ext uri="{FF2B5EF4-FFF2-40B4-BE49-F238E27FC236}">
                <a16:creationId xmlns:a16="http://schemas.microsoft.com/office/drawing/2014/main" id="{1F1693A3-47A9-4CC4-A33D-0FF9D805F0D1}"/>
              </a:ext>
            </a:extLst>
          </p:cNvPr>
          <p:cNvGrpSpPr/>
          <p:nvPr/>
        </p:nvGrpSpPr>
        <p:grpSpPr>
          <a:xfrm>
            <a:off x="3049007" y="3884594"/>
            <a:ext cx="2201431" cy="880572"/>
            <a:chOff x="4587242" y="1299810"/>
            <a:chExt cx="2201431" cy="880572"/>
          </a:xfrm>
        </p:grpSpPr>
        <p:sp>
          <p:nvSpPr>
            <p:cNvPr id="8" name="Ok: Köşeli Çift Ayraç 7">
              <a:extLst>
                <a:ext uri="{FF2B5EF4-FFF2-40B4-BE49-F238E27FC236}">
                  <a16:creationId xmlns:a16="http://schemas.microsoft.com/office/drawing/2014/main" id="{B1AF170A-F46B-418D-A7F5-E683549E306E}"/>
                </a:ext>
              </a:extLst>
            </p:cNvPr>
            <p:cNvSpPr/>
            <p:nvPr/>
          </p:nvSpPr>
          <p:spPr>
            <a:xfrm>
              <a:off x="4587242" y="1299810"/>
              <a:ext cx="2201431" cy="880572"/>
            </a:xfrm>
            <a:prstGeom prst="chevron">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tr-TR"/>
            </a:p>
          </p:txBody>
        </p:sp>
        <p:sp>
          <p:nvSpPr>
            <p:cNvPr id="9" name="Ok: Köşeli Çift Ayraç 8">
              <a:extLst>
                <a:ext uri="{FF2B5EF4-FFF2-40B4-BE49-F238E27FC236}">
                  <a16:creationId xmlns:a16="http://schemas.microsoft.com/office/drawing/2014/main" id="{B5495F40-C438-4DDE-97BC-B353817C21D5}"/>
                </a:ext>
              </a:extLst>
            </p:cNvPr>
            <p:cNvSpPr txBox="1"/>
            <p:nvPr/>
          </p:nvSpPr>
          <p:spPr>
            <a:xfrm>
              <a:off x="5027528" y="1299810"/>
              <a:ext cx="1320859" cy="88057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Hız</a:t>
              </a:r>
            </a:p>
          </p:txBody>
        </p:sp>
      </p:grpSp>
      <p:grpSp>
        <p:nvGrpSpPr>
          <p:cNvPr id="10" name="Grup 9">
            <a:extLst>
              <a:ext uri="{FF2B5EF4-FFF2-40B4-BE49-F238E27FC236}">
                <a16:creationId xmlns:a16="http://schemas.microsoft.com/office/drawing/2014/main" id="{67392A06-70B1-4BD7-83A8-FE37FDD493A4}"/>
              </a:ext>
            </a:extLst>
          </p:cNvPr>
          <p:cNvGrpSpPr/>
          <p:nvPr/>
        </p:nvGrpSpPr>
        <p:grpSpPr>
          <a:xfrm>
            <a:off x="3049007" y="5014390"/>
            <a:ext cx="2201431" cy="880572"/>
            <a:chOff x="6480473" y="1299810"/>
            <a:chExt cx="2201431" cy="880572"/>
          </a:xfrm>
        </p:grpSpPr>
        <p:sp>
          <p:nvSpPr>
            <p:cNvPr id="11" name="Ok: Köşeli Çift Ayraç 10">
              <a:extLst>
                <a:ext uri="{FF2B5EF4-FFF2-40B4-BE49-F238E27FC236}">
                  <a16:creationId xmlns:a16="http://schemas.microsoft.com/office/drawing/2014/main" id="{4A3D7F26-F4CD-4F92-9E3A-58A8B766660D}"/>
                </a:ext>
              </a:extLst>
            </p:cNvPr>
            <p:cNvSpPr/>
            <p:nvPr/>
          </p:nvSpPr>
          <p:spPr>
            <a:xfrm>
              <a:off x="6480473" y="1299810"/>
              <a:ext cx="2201431" cy="880572"/>
            </a:xfrm>
            <a:prstGeom prst="chevron">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tr-TR"/>
            </a:p>
          </p:txBody>
        </p:sp>
        <p:sp>
          <p:nvSpPr>
            <p:cNvPr id="12" name="Ok: Köşeli Çift Ayraç 10">
              <a:extLst>
                <a:ext uri="{FF2B5EF4-FFF2-40B4-BE49-F238E27FC236}">
                  <a16:creationId xmlns:a16="http://schemas.microsoft.com/office/drawing/2014/main" id="{A0E5F385-76C5-4CFB-8A8A-3282C0A5A099}"/>
                </a:ext>
              </a:extLst>
            </p:cNvPr>
            <p:cNvSpPr txBox="1"/>
            <p:nvPr/>
          </p:nvSpPr>
          <p:spPr>
            <a:xfrm>
              <a:off x="6920759" y="1299810"/>
              <a:ext cx="1320859" cy="88057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Maliyet</a:t>
              </a:r>
            </a:p>
          </p:txBody>
        </p:sp>
      </p:grpSp>
    </p:spTree>
    <p:extLst>
      <p:ext uri="{BB962C8B-B14F-4D97-AF65-F5344CB8AC3E}">
        <p14:creationId xmlns:p14="http://schemas.microsoft.com/office/powerpoint/2010/main" val="3016421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9DFB7A94-B2B7-475A-83C0-45B99AEA98E4}"/>
              </a:ext>
            </a:extLst>
          </p:cNvPr>
          <p:cNvSpPr>
            <a:spLocks noGrp="1"/>
          </p:cNvSpPr>
          <p:nvPr>
            <p:ph type="title"/>
          </p:nvPr>
        </p:nvSpPr>
        <p:spPr/>
        <p:txBody>
          <a:bodyPr/>
          <a:lstStyle/>
          <a:p>
            <a:r>
              <a:rPr lang="tr-TR" dirty="0"/>
              <a:t>Proses Bölümlemede Yöntemler</a:t>
            </a:r>
          </a:p>
        </p:txBody>
      </p:sp>
      <p:sp>
        <p:nvSpPr>
          <p:cNvPr id="3" name="İçerik Yer Tutucusu 2">
            <a:extLst>
              <a:ext uri="{FF2B5EF4-FFF2-40B4-BE49-F238E27FC236}">
                <a16:creationId xmlns:a16="http://schemas.microsoft.com/office/drawing/2014/main" id="{6B6922A4-F65C-4895-8935-9771D7F77B11}"/>
              </a:ext>
            </a:extLst>
          </p:cNvPr>
          <p:cNvSpPr>
            <a:spLocks noGrp="1"/>
          </p:cNvSpPr>
          <p:nvPr>
            <p:ph idx="1"/>
          </p:nvPr>
        </p:nvSpPr>
        <p:spPr>
          <a:xfrm>
            <a:off x="838200" y="1825625"/>
            <a:ext cx="5016190" cy="590931"/>
          </a:xfrm>
        </p:spPr>
        <p:style>
          <a:lnRef idx="0">
            <a:schemeClr val="accent2"/>
          </a:lnRef>
          <a:fillRef idx="3">
            <a:schemeClr val="accent2"/>
          </a:fillRef>
          <a:effectRef idx="3">
            <a:schemeClr val="accent2"/>
          </a:effectRef>
          <a:fontRef idx="minor">
            <a:schemeClr val="lt1"/>
          </a:fontRef>
        </p:style>
        <p:txBody>
          <a:bodyPr vert="horz" wrap="square" lIns="91440" tIns="45720" rIns="91440" bIns="45720" rtlCol="0">
            <a:spAutoFit/>
          </a:bodyPr>
          <a:lstStyle/>
          <a:p>
            <a:pPr marL="0"/>
            <a:r>
              <a:rPr lang="tr-TR" sz="3600" dirty="0">
                <a:solidFill>
                  <a:schemeClr val="lt1"/>
                </a:solidFill>
              </a:rPr>
              <a:t>Prosesin Hedefleri</a:t>
            </a:r>
          </a:p>
        </p:txBody>
      </p:sp>
      <p:grpSp>
        <p:nvGrpSpPr>
          <p:cNvPr id="4" name="Grup 3">
            <a:extLst>
              <a:ext uri="{FF2B5EF4-FFF2-40B4-BE49-F238E27FC236}">
                <a16:creationId xmlns:a16="http://schemas.microsoft.com/office/drawing/2014/main" id="{CFFCC974-F66C-4527-AF21-1DE22DC94F3A}"/>
              </a:ext>
            </a:extLst>
          </p:cNvPr>
          <p:cNvGrpSpPr/>
          <p:nvPr/>
        </p:nvGrpSpPr>
        <p:grpSpPr>
          <a:xfrm>
            <a:off x="3049007" y="2754798"/>
            <a:ext cx="2201431" cy="880572"/>
            <a:chOff x="2694010" y="1299810"/>
            <a:chExt cx="2201431" cy="880572"/>
          </a:xfrm>
        </p:grpSpPr>
        <p:sp>
          <p:nvSpPr>
            <p:cNvPr id="5" name="Ok: Köşeli Çift Ayraç 4">
              <a:extLst>
                <a:ext uri="{FF2B5EF4-FFF2-40B4-BE49-F238E27FC236}">
                  <a16:creationId xmlns:a16="http://schemas.microsoft.com/office/drawing/2014/main" id="{0A48D20A-1869-4965-B7D4-40A740FE682B}"/>
                </a:ext>
              </a:extLst>
            </p:cNvPr>
            <p:cNvSpPr/>
            <p:nvPr/>
          </p:nvSpPr>
          <p:spPr>
            <a:xfrm>
              <a:off x="2694010" y="1299810"/>
              <a:ext cx="2201431" cy="880572"/>
            </a:xfrm>
            <a:prstGeom prst="chevron">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tr-TR"/>
            </a:p>
          </p:txBody>
        </p:sp>
        <p:sp>
          <p:nvSpPr>
            <p:cNvPr id="6" name="Ok: Köşeli Çift Ayraç 6">
              <a:extLst>
                <a:ext uri="{FF2B5EF4-FFF2-40B4-BE49-F238E27FC236}">
                  <a16:creationId xmlns:a16="http://schemas.microsoft.com/office/drawing/2014/main" id="{E8FB2284-C88A-467C-A6C4-A9D02FDF49E1}"/>
                </a:ext>
              </a:extLst>
            </p:cNvPr>
            <p:cNvSpPr txBox="1"/>
            <p:nvPr/>
          </p:nvSpPr>
          <p:spPr>
            <a:xfrm>
              <a:off x="3134296" y="1299810"/>
              <a:ext cx="1320859" cy="88057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Üretim sayısı</a:t>
              </a:r>
            </a:p>
          </p:txBody>
        </p:sp>
      </p:grpSp>
      <p:grpSp>
        <p:nvGrpSpPr>
          <p:cNvPr id="7" name="Grup 6">
            <a:extLst>
              <a:ext uri="{FF2B5EF4-FFF2-40B4-BE49-F238E27FC236}">
                <a16:creationId xmlns:a16="http://schemas.microsoft.com/office/drawing/2014/main" id="{2C254398-CD5E-4616-8315-DEFAB471180F}"/>
              </a:ext>
            </a:extLst>
          </p:cNvPr>
          <p:cNvGrpSpPr/>
          <p:nvPr/>
        </p:nvGrpSpPr>
        <p:grpSpPr>
          <a:xfrm>
            <a:off x="3049007" y="3884594"/>
            <a:ext cx="2201431" cy="880572"/>
            <a:chOff x="4587242" y="1299810"/>
            <a:chExt cx="2201431" cy="880572"/>
          </a:xfrm>
        </p:grpSpPr>
        <p:sp>
          <p:nvSpPr>
            <p:cNvPr id="8" name="Ok: Köşeli Çift Ayraç 7">
              <a:extLst>
                <a:ext uri="{FF2B5EF4-FFF2-40B4-BE49-F238E27FC236}">
                  <a16:creationId xmlns:a16="http://schemas.microsoft.com/office/drawing/2014/main" id="{D86D9E1D-0B65-494C-AD78-22146AE3BAE8}"/>
                </a:ext>
              </a:extLst>
            </p:cNvPr>
            <p:cNvSpPr/>
            <p:nvPr/>
          </p:nvSpPr>
          <p:spPr>
            <a:xfrm>
              <a:off x="4587242" y="1299810"/>
              <a:ext cx="2201431" cy="880572"/>
            </a:xfrm>
            <a:prstGeom prst="chevron">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tr-TR"/>
            </a:p>
          </p:txBody>
        </p:sp>
        <p:sp>
          <p:nvSpPr>
            <p:cNvPr id="9" name="Ok: Köşeli Çift Ayraç 8">
              <a:extLst>
                <a:ext uri="{FF2B5EF4-FFF2-40B4-BE49-F238E27FC236}">
                  <a16:creationId xmlns:a16="http://schemas.microsoft.com/office/drawing/2014/main" id="{3C6E5A67-D298-421F-8833-49010EFE4A70}"/>
                </a:ext>
              </a:extLst>
            </p:cNvPr>
            <p:cNvSpPr txBox="1"/>
            <p:nvPr/>
          </p:nvSpPr>
          <p:spPr>
            <a:xfrm>
              <a:off x="5027528" y="1299810"/>
              <a:ext cx="1320859" cy="88057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Satış oranı</a:t>
              </a:r>
            </a:p>
          </p:txBody>
        </p:sp>
      </p:grpSp>
      <p:grpSp>
        <p:nvGrpSpPr>
          <p:cNvPr id="10" name="Grup 9">
            <a:extLst>
              <a:ext uri="{FF2B5EF4-FFF2-40B4-BE49-F238E27FC236}">
                <a16:creationId xmlns:a16="http://schemas.microsoft.com/office/drawing/2014/main" id="{5FD638D3-1E8B-4124-ACF7-F88FF6A4E8AA}"/>
              </a:ext>
            </a:extLst>
          </p:cNvPr>
          <p:cNvGrpSpPr/>
          <p:nvPr/>
        </p:nvGrpSpPr>
        <p:grpSpPr>
          <a:xfrm>
            <a:off x="3049007" y="5014390"/>
            <a:ext cx="2201431" cy="880572"/>
            <a:chOff x="6480473" y="1299810"/>
            <a:chExt cx="2201431" cy="880572"/>
          </a:xfrm>
        </p:grpSpPr>
        <p:sp>
          <p:nvSpPr>
            <p:cNvPr id="11" name="Ok: Köşeli Çift Ayraç 10">
              <a:extLst>
                <a:ext uri="{FF2B5EF4-FFF2-40B4-BE49-F238E27FC236}">
                  <a16:creationId xmlns:a16="http://schemas.microsoft.com/office/drawing/2014/main" id="{7F65E3A9-1648-4EC4-99C3-F052908BC204}"/>
                </a:ext>
              </a:extLst>
            </p:cNvPr>
            <p:cNvSpPr/>
            <p:nvPr/>
          </p:nvSpPr>
          <p:spPr>
            <a:xfrm>
              <a:off x="6480473" y="1299810"/>
              <a:ext cx="2201431" cy="880572"/>
            </a:xfrm>
            <a:prstGeom prst="chevron">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tr-TR"/>
            </a:p>
          </p:txBody>
        </p:sp>
        <p:sp>
          <p:nvSpPr>
            <p:cNvPr id="12" name="Ok: Köşeli Çift Ayraç 10">
              <a:extLst>
                <a:ext uri="{FF2B5EF4-FFF2-40B4-BE49-F238E27FC236}">
                  <a16:creationId xmlns:a16="http://schemas.microsoft.com/office/drawing/2014/main" id="{681A01E5-CD93-48BE-8FCB-B968CE1E35E1}"/>
                </a:ext>
              </a:extLst>
            </p:cNvPr>
            <p:cNvSpPr txBox="1"/>
            <p:nvPr/>
          </p:nvSpPr>
          <p:spPr>
            <a:xfrm>
              <a:off x="6920759" y="1299810"/>
              <a:ext cx="1320859" cy="88057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Geri dönüş</a:t>
              </a:r>
            </a:p>
          </p:txBody>
        </p:sp>
      </p:grpSp>
    </p:spTree>
    <p:extLst>
      <p:ext uri="{BB962C8B-B14F-4D97-AF65-F5344CB8AC3E}">
        <p14:creationId xmlns:p14="http://schemas.microsoft.com/office/powerpoint/2010/main" val="2415564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9DFB7A94-B2B7-475A-83C0-45B99AEA98E4}"/>
              </a:ext>
            </a:extLst>
          </p:cNvPr>
          <p:cNvSpPr>
            <a:spLocks noGrp="1"/>
          </p:cNvSpPr>
          <p:nvPr>
            <p:ph type="title"/>
          </p:nvPr>
        </p:nvSpPr>
        <p:spPr/>
        <p:txBody>
          <a:bodyPr/>
          <a:lstStyle/>
          <a:p>
            <a:r>
              <a:rPr lang="tr-TR" dirty="0"/>
              <a:t>Proses Bölümlemede Yöntemler</a:t>
            </a:r>
          </a:p>
        </p:txBody>
      </p:sp>
      <p:sp>
        <p:nvSpPr>
          <p:cNvPr id="3" name="İçerik Yer Tutucusu 2">
            <a:extLst>
              <a:ext uri="{FF2B5EF4-FFF2-40B4-BE49-F238E27FC236}">
                <a16:creationId xmlns:a16="http://schemas.microsoft.com/office/drawing/2014/main" id="{6B6922A4-F65C-4895-8935-9771D7F77B11}"/>
              </a:ext>
            </a:extLst>
          </p:cNvPr>
          <p:cNvSpPr>
            <a:spLocks noGrp="1"/>
          </p:cNvSpPr>
          <p:nvPr>
            <p:ph idx="1"/>
          </p:nvPr>
        </p:nvSpPr>
        <p:spPr>
          <a:xfrm>
            <a:off x="838200" y="1825625"/>
            <a:ext cx="5885985" cy="590931"/>
          </a:xfrm>
        </p:spPr>
        <p:style>
          <a:lnRef idx="0">
            <a:schemeClr val="accent2"/>
          </a:lnRef>
          <a:fillRef idx="3">
            <a:schemeClr val="accent2"/>
          </a:fillRef>
          <a:effectRef idx="3">
            <a:schemeClr val="accent2"/>
          </a:effectRef>
          <a:fontRef idx="minor">
            <a:schemeClr val="lt1"/>
          </a:fontRef>
        </p:style>
        <p:txBody>
          <a:bodyPr vert="horz" wrap="square" lIns="91440" tIns="45720" rIns="91440" bIns="45720" rtlCol="0">
            <a:spAutoFit/>
          </a:bodyPr>
          <a:lstStyle/>
          <a:p>
            <a:pPr marL="0"/>
            <a:r>
              <a:rPr lang="tr-TR" sz="3600" dirty="0">
                <a:solidFill>
                  <a:schemeClr val="lt1"/>
                </a:solidFill>
              </a:rPr>
              <a:t>Prosesin Ürünleri</a:t>
            </a:r>
          </a:p>
        </p:txBody>
      </p:sp>
      <p:grpSp>
        <p:nvGrpSpPr>
          <p:cNvPr id="4" name="Grup 3">
            <a:extLst>
              <a:ext uri="{FF2B5EF4-FFF2-40B4-BE49-F238E27FC236}">
                <a16:creationId xmlns:a16="http://schemas.microsoft.com/office/drawing/2014/main" id="{49FEEA1B-550B-4C1B-9D02-8FE52C0FFB9A}"/>
              </a:ext>
            </a:extLst>
          </p:cNvPr>
          <p:cNvGrpSpPr/>
          <p:nvPr/>
        </p:nvGrpSpPr>
        <p:grpSpPr>
          <a:xfrm>
            <a:off x="3049007" y="2754798"/>
            <a:ext cx="2201431" cy="880572"/>
            <a:chOff x="2694010" y="1299810"/>
            <a:chExt cx="2201431" cy="880572"/>
          </a:xfrm>
        </p:grpSpPr>
        <p:sp>
          <p:nvSpPr>
            <p:cNvPr id="5" name="Ok: Köşeli Çift Ayraç 4">
              <a:extLst>
                <a:ext uri="{FF2B5EF4-FFF2-40B4-BE49-F238E27FC236}">
                  <a16:creationId xmlns:a16="http://schemas.microsoft.com/office/drawing/2014/main" id="{F2469D9F-3415-4909-8F06-DAF217578EE0}"/>
                </a:ext>
              </a:extLst>
            </p:cNvPr>
            <p:cNvSpPr/>
            <p:nvPr/>
          </p:nvSpPr>
          <p:spPr>
            <a:xfrm>
              <a:off x="2694010" y="1299810"/>
              <a:ext cx="2201431" cy="880572"/>
            </a:xfrm>
            <a:prstGeom prst="chevron">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tr-TR"/>
            </a:p>
          </p:txBody>
        </p:sp>
        <p:sp>
          <p:nvSpPr>
            <p:cNvPr id="6" name="Ok: Köşeli Çift Ayraç 6">
              <a:extLst>
                <a:ext uri="{FF2B5EF4-FFF2-40B4-BE49-F238E27FC236}">
                  <a16:creationId xmlns:a16="http://schemas.microsoft.com/office/drawing/2014/main" id="{BA23FA12-343A-4BD0-8541-5B222015F225}"/>
                </a:ext>
              </a:extLst>
            </p:cNvPr>
            <p:cNvSpPr txBox="1"/>
            <p:nvPr/>
          </p:nvSpPr>
          <p:spPr>
            <a:xfrm>
              <a:off x="3134296" y="1299810"/>
              <a:ext cx="1320859" cy="88057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Makarna</a:t>
              </a:r>
            </a:p>
          </p:txBody>
        </p:sp>
      </p:grpSp>
      <p:grpSp>
        <p:nvGrpSpPr>
          <p:cNvPr id="7" name="Grup 6">
            <a:extLst>
              <a:ext uri="{FF2B5EF4-FFF2-40B4-BE49-F238E27FC236}">
                <a16:creationId xmlns:a16="http://schemas.microsoft.com/office/drawing/2014/main" id="{EFE6EC95-1803-4302-9D80-FF2D5D5BD8F8}"/>
              </a:ext>
            </a:extLst>
          </p:cNvPr>
          <p:cNvGrpSpPr/>
          <p:nvPr/>
        </p:nvGrpSpPr>
        <p:grpSpPr>
          <a:xfrm>
            <a:off x="3049007" y="3884594"/>
            <a:ext cx="2201431" cy="880572"/>
            <a:chOff x="4587242" y="1299810"/>
            <a:chExt cx="2201431" cy="880572"/>
          </a:xfrm>
        </p:grpSpPr>
        <p:sp>
          <p:nvSpPr>
            <p:cNvPr id="8" name="Ok: Köşeli Çift Ayraç 7">
              <a:extLst>
                <a:ext uri="{FF2B5EF4-FFF2-40B4-BE49-F238E27FC236}">
                  <a16:creationId xmlns:a16="http://schemas.microsoft.com/office/drawing/2014/main" id="{11E4B2BE-4231-417B-859C-E6F5D757AC84}"/>
                </a:ext>
              </a:extLst>
            </p:cNvPr>
            <p:cNvSpPr/>
            <p:nvPr/>
          </p:nvSpPr>
          <p:spPr>
            <a:xfrm>
              <a:off x="4587242" y="1299810"/>
              <a:ext cx="2201431" cy="880572"/>
            </a:xfrm>
            <a:prstGeom prst="chevron">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tr-TR"/>
            </a:p>
          </p:txBody>
        </p:sp>
        <p:sp>
          <p:nvSpPr>
            <p:cNvPr id="9" name="Ok: Köşeli Çift Ayraç 8">
              <a:extLst>
                <a:ext uri="{FF2B5EF4-FFF2-40B4-BE49-F238E27FC236}">
                  <a16:creationId xmlns:a16="http://schemas.microsoft.com/office/drawing/2014/main" id="{A4FAA342-3696-470E-9CC8-4FE2CDA4AB9E}"/>
                </a:ext>
              </a:extLst>
            </p:cNvPr>
            <p:cNvSpPr txBox="1"/>
            <p:nvPr/>
          </p:nvSpPr>
          <p:spPr>
            <a:xfrm>
              <a:off x="5027528" y="1299810"/>
              <a:ext cx="1320859" cy="88057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Temizlik</a:t>
              </a:r>
            </a:p>
          </p:txBody>
        </p:sp>
      </p:grpSp>
      <p:grpSp>
        <p:nvGrpSpPr>
          <p:cNvPr id="10" name="Grup 9">
            <a:extLst>
              <a:ext uri="{FF2B5EF4-FFF2-40B4-BE49-F238E27FC236}">
                <a16:creationId xmlns:a16="http://schemas.microsoft.com/office/drawing/2014/main" id="{D6CB16EA-9D07-44F2-8EE4-0F771E9D996D}"/>
              </a:ext>
            </a:extLst>
          </p:cNvPr>
          <p:cNvGrpSpPr/>
          <p:nvPr/>
        </p:nvGrpSpPr>
        <p:grpSpPr>
          <a:xfrm>
            <a:off x="3049007" y="5014390"/>
            <a:ext cx="2201431" cy="880572"/>
            <a:chOff x="6480473" y="1299810"/>
            <a:chExt cx="2201431" cy="880572"/>
          </a:xfrm>
        </p:grpSpPr>
        <p:sp>
          <p:nvSpPr>
            <p:cNvPr id="11" name="Ok: Köşeli Çift Ayraç 10">
              <a:extLst>
                <a:ext uri="{FF2B5EF4-FFF2-40B4-BE49-F238E27FC236}">
                  <a16:creationId xmlns:a16="http://schemas.microsoft.com/office/drawing/2014/main" id="{C8FF7F4B-25BE-448D-A013-DD193598573C}"/>
                </a:ext>
              </a:extLst>
            </p:cNvPr>
            <p:cNvSpPr/>
            <p:nvPr/>
          </p:nvSpPr>
          <p:spPr>
            <a:xfrm>
              <a:off x="6480473" y="1299810"/>
              <a:ext cx="2201431" cy="880572"/>
            </a:xfrm>
            <a:prstGeom prst="chevron">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tr-TR"/>
            </a:p>
          </p:txBody>
        </p:sp>
        <p:sp>
          <p:nvSpPr>
            <p:cNvPr id="12" name="Ok: Köşeli Çift Ayraç 10">
              <a:extLst>
                <a:ext uri="{FF2B5EF4-FFF2-40B4-BE49-F238E27FC236}">
                  <a16:creationId xmlns:a16="http://schemas.microsoft.com/office/drawing/2014/main" id="{1A60C0B8-C2FA-4C46-9C90-2A66316C9A65}"/>
                </a:ext>
              </a:extLst>
            </p:cNvPr>
            <p:cNvSpPr txBox="1"/>
            <p:nvPr/>
          </p:nvSpPr>
          <p:spPr>
            <a:xfrm>
              <a:off x="6920759" y="1299810"/>
              <a:ext cx="1320859" cy="88057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Araçlar</a:t>
              </a:r>
            </a:p>
          </p:txBody>
        </p:sp>
      </p:grpSp>
    </p:spTree>
    <p:extLst>
      <p:ext uri="{BB962C8B-B14F-4D97-AF65-F5344CB8AC3E}">
        <p14:creationId xmlns:p14="http://schemas.microsoft.com/office/powerpoint/2010/main" val="4140233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361BD179-79A9-47AF-82F0-64527433F640}"/>
              </a:ext>
            </a:extLst>
          </p:cNvPr>
          <p:cNvSpPr>
            <a:spLocks noGrp="1"/>
          </p:cNvSpPr>
          <p:nvPr>
            <p:ph type="title"/>
          </p:nvPr>
        </p:nvSpPr>
        <p:spPr>
          <a:xfrm>
            <a:off x="838200" y="556995"/>
            <a:ext cx="10515600" cy="1133693"/>
          </a:xfrm>
        </p:spPr>
        <p:txBody>
          <a:bodyPr>
            <a:normAutofit/>
          </a:bodyPr>
          <a:lstStyle/>
          <a:p>
            <a:r>
              <a:rPr lang="tr-TR" sz="5200" b="1"/>
              <a:t>Bu </a:t>
            </a:r>
            <a:r>
              <a:rPr lang="fr-FR" sz="5200" b="1"/>
              <a:t>Süreç Ne Yapar Yazma Standardı</a:t>
            </a:r>
            <a:endParaRPr lang="tr-TR" sz="5200"/>
          </a:p>
        </p:txBody>
      </p:sp>
      <p:graphicFrame>
        <p:nvGraphicFramePr>
          <p:cNvPr id="5" name="İçerik Yer Tutucusu 2">
            <a:extLst>
              <a:ext uri="{FF2B5EF4-FFF2-40B4-BE49-F238E27FC236}">
                <a16:creationId xmlns:a16="http://schemas.microsoft.com/office/drawing/2014/main" id="{B0E9FC7E-2DB1-4F24-949E-A36BED7D625A}"/>
              </a:ext>
            </a:extLst>
          </p:cNvPr>
          <p:cNvGraphicFramePr>
            <a:graphicFrameLocks noGrp="1"/>
          </p:cNvGraphicFramePr>
          <p:nvPr>
            <p:ph idx="1"/>
            <p:extLst>
              <p:ext uri="{D42A27DB-BD31-4B8C-83A1-F6EECF244321}">
                <p14:modId xmlns:p14="http://schemas.microsoft.com/office/powerpoint/2010/main" val="298374157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9026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Unvan 1">
            <a:extLst>
              <a:ext uri="{FF2B5EF4-FFF2-40B4-BE49-F238E27FC236}">
                <a16:creationId xmlns:a16="http://schemas.microsoft.com/office/drawing/2014/main" id="{D3D9E8A8-3791-40B9-9F87-4268E5C389C1}"/>
              </a:ext>
            </a:extLst>
          </p:cNvPr>
          <p:cNvSpPr>
            <a:spLocks noGrp="1"/>
          </p:cNvSpPr>
          <p:nvPr>
            <p:ph type="title"/>
          </p:nvPr>
        </p:nvSpPr>
        <p:spPr>
          <a:xfrm>
            <a:off x="863029" y="1012004"/>
            <a:ext cx="3416158" cy="4795408"/>
          </a:xfrm>
        </p:spPr>
        <p:txBody>
          <a:bodyPr>
            <a:normAutofit/>
          </a:bodyPr>
          <a:lstStyle/>
          <a:p>
            <a:r>
              <a:rPr lang="en-US" b="1" dirty="0">
                <a:solidFill>
                  <a:srgbClr val="FFFFFF"/>
                </a:solidFill>
              </a:rPr>
              <a:t>BU S</a:t>
            </a:r>
            <a:r>
              <a:rPr lang="tr-TR" b="1" dirty="0">
                <a:solidFill>
                  <a:srgbClr val="FFFFFF"/>
                </a:solidFill>
              </a:rPr>
              <a:t>Ü</a:t>
            </a:r>
            <a:r>
              <a:rPr lang="en-US" b="1" dirty="0">
                <a:solidFill>
                  <a:srgbClr val="FFFFFF"/>
                </a:solidFill>
              </a:rPr>
              <a:t>RE</a:t>
            </a:r>
            <a:r>
              <a:rPr lang="tr-TR" b="1" dirty="0">
                <a:solidFill>
                  <a:srgbClr val="FFFFFF"/>
                </a:solidFill>
              </a:rPr>
              <a:t>Ç</a:t>
            </a:r>
            <a:r>
              <a:rPr lang="en-US" b="1" dirty="0">
                <a:solidFill>
                  <a:srgbClr val="FFFFFF"/>
                </a:solidFill>
              </a:rPr>
              <a:t> NE YAPAR</a:t>
            </a:r>
            <a:r>
              <a:rPr lang="tr-TR" b="1" dirty="0">
                <a:solidFill>
                  <a:srgbClr val="FFFFFF"/>
                </a:solidFill>
              </a:rPr>
              <a:t> ?</a:t>
            </a:r>
            <a:r>
              <a:rPr lang="en-US" b="1" dirty="0">
                <a:solidFill>
                  <a:srgbClr val="FFFFFF"/>
                </a:solidFill>
              </a:rPr>
              <a:t> tan</a:t>
            </a:r>
            <a:r>
              <a:rPr lang="tr-TR" b="1" dirty="0">
                <a:solidFill>
                  <a:srgbClr val="FFFFFF"/>
                </a:solidFill>
              </a:rPr>
              <a:t>ı</a:t>
            </a:r>
            <a:r>
              <a:rPr lang="en-US" b="1" dirty="0" err="1">
                <a:solidFill>
                  <a:srgbClr val="FFFFFF"/>
                </a:solidFill>
              </a:rPr>
              <a:t>mlama</a:t>
            </a:r>
            <a:r>
              <a:rPr lang="en-US" b="1" dirty="0">
                <a:solidFill>
                  <a:srgbClr val="FFFFFF"/>
                </a:solidFill>
              </a:rPr>
              <a:t> standard</a:t>
            </a:r>
            <a:r>
              <a:rPr lang="tr-TR" b="1" dirty="0">
                <a:solidFill>
                  <a:srgbClr val="FFFFFF"/>
                </a:solidFill>
              </a:rPr>
              <a:t>ı</a:t>
            </a:r>
            <a:endParaRPr lang="tr-TR" dirty="0">
              <a:solidFill>
                <a:srgbClr val="FFFFFF"/>
              </a:solidFill>
            </a:endParaRPr>
          </a:p>
        </p:txBody>
      </p:sp>
      <p:graphicFrame>
        <p:nvGraphicFramePr>
          <p:cNvPr id="5" name="İçerik Yer Tutucusu 2">
            <a:extLst>
              <a:ext uri="{FF2B5EF4-FFF2-40B4-BE49-F238E27FC236}">
                <a16:creationId xmlns:a16="http://schemas.microsoft.com/office/drawing/2014/main" id="{9495A42F-0B1E-4593-AC6D-9F522F86B14D}"/>
              </a:ext>
            </a:extLst>
          </p:cNvPr>
          <p:cNvGraphicFramePr>
            <a:graphicFrameLocks noGrp="1"/>
          </p:cNvGraphicFramePr>
          <p:nvPr>
            <p:ph idx="1"/>
            <p:extLst>
              <p:ext uri="{D42A27DB-BD31-4B8C-83A1-F6EECF244321}">
                <p14:modId xmlns:p14="http://schemas.microsoft.com/office/powerpoint/2010/main" val="3650048773"/>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7033000"/>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100</TotalTime>
  <Words>654</Words>
  <Application>Microsoft Office PowerPoint</Application>
  <PresentationFormat>Geniş ekran</PresentationFormat>
  <Paragraphs>109</Paragraphs>
  <Slides>16</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16</vt:i4>
      </vt:variant>
    </vt:vector>
  </HeadingPairs>
  <TitlesOfParts>
    <vt:vector size="20" baseType="lpstr">
      <vt:lpstr>Arial</vt:lpstr>
      <vt:lpstr>Calibri</vt:lpstr>
      <vt:lpstr>Calibri Light</vt:lpstr>
      <vt:lpstr>Office Teması</vt:lpstr>
      <vt:lpstr>Proses Bölümleme, Alt Prosesler Tasarlama ve Bu Süreç Ne Yapar İçeriği Oluşturma STANDARDI</vt:lpstr>
      <vt:lpstr>Process ??</vt:lpstr>
      <vt:lpstr>Süreç Planlama</vt:lpstr>
      <vt:lpstr>Süreçlerin Sorumluluk Standartları için Genel Kurallar</vt:lpstr>
      <vt:lpstr>Süreçlerin Sorumluluk Standartları için Genel Kurallar</vt:lpstr>
      <vt:lpstr>Süreçlerin Sorumluluk Standartları için Genel Kurallar</vt:lpstr>
      <vt:lpstr>Proses Bölümlemede Yöntemler</vt:lpstr>
      <vt:lpstr>ÖRNEK Bu Süreç Ne Yapar Tanımlama Standardı</vt:lpstr>
      <vt:lpstr>Proses Bölümlemede Yöntemler</vt:lpstr>
      <vt:lpstr>Proses Bölümlemede Yöntemler</vt:lpstr>
      <vt:lpstr>Proses Bölümlemede Yöntemler</vt:lpstr>
      <vt:lpstr>Proses Bölümlemede Yöntemler</vt:lpstr>
      <vt:lpstr>Proses Bölümlemede Yöntemler</vt:lpstr>
      <vt:lpstr>Proses Bölümlemede Yöntemler</vt:lpstr>
      <vt:lpstr>Bu Süreç Ne Yapar Yazma Standardı</vt:lpstr>
      <vt:lpstr>BU SÜREÇ NE YAPAR ? tanımlama standardı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Proses Bölümleme, Alt Prosesler Tasarlama ve Bu Süreç Ne Yapar İçeriği Oluşturma Standardı</dc:title>
  <dc:creator>Alper Cihan</dc:creator>
  <cp:lastModifiedBy>ALPER CIHAN</cp:lastModifiedBy>
  <cp:revision>6</cp:revision>
  <dcterms:created xsi:type="dcterms:W3CDTF">2020-07-19T13:23:50Z</dcterms:created>
  <dcterms:modified xsi:type="dcterms:W3CDTF">2025-11-30T20:10:46Z</dcterms:modified>
</cp:coreProperties>
</file>